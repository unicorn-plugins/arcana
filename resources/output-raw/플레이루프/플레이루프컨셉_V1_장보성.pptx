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V4cGYgeVl1PWaxfI3KSyjAbAP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3" name="Google Shape;23;p14"/>
          <p:cNvCxnSpPr/>
          <p:nvPr/>
        </p:nvCxnSpPr>
        <p:spPr>
          <a:xfrm>
            <a:off x="727164" y="1075804"/>
            <a:ext cx="1057701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>
  <p:cSld name="제목만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34" name="Google Shape;34;p16"/>
          <p:cNvCxnSpPr/>
          <p:nvPr/>
        </p:nvCxnSpPr>
        <p:spPr>
          <a:xfrm>
            <a:off x="727164" y="1094874"/>
            <a:ext cx="1057701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16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788581" y="136525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플레이 루프 기획서</a:t>
            </a:r>
            <a:endParaRPr/>
          </a:p>
        </p:txBody>
      </p:sp>
      <p:sp>
        <p:nvSpPr>
          <p:cNvPr id="45" name="Google Shape;45;p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rPr lang="ko-KR"/>
              <a:t>Light life 202313190 장보성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/>
          <p:nvPr/>
        </p:nvSpPr>
        <p:spPr>
          <a:xfrm>
            <a:off x="1282700" y="2527300"/>
            <a:ext cx="2019300" cy="375811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메타루프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414360" y="3632200"/>
            <a:ext cx="1735240" cy="265321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코어 루프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52;p2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컨텐츠 순환 루프 컨셉</a:t>
            </a:r>
            <a:endParaRPr/>
          </a:p>
        </p:txBody>
      </p:sp>
      <p:sp>
        <p:nvSpPr>
          <p:cNvPr id="53" name="Google Shape;53;p2"/>
          <p:cNvSpPr txBox="1"/>
          <p:nvPr>
            <p:ph idx="1" type="body"/>
          </p:nvPr>
        </p:nvSpPr>
        <p:spPr>
          <a:xfrm>
            <a:off x="788581" y="1253331"/>
            <a:ext cx="10515600" cy="550069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ko-KR"/>
              <a:t>각 핵심 순환 루프의 기획의도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532770" y="4555685"/>
            <a:ext cx="1489830" cy="1729734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코어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</a:t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3632202" y="208130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코어루프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즉각적인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피드백으로 도파민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주고 인지에 대한 피로도 감소 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성장에 따른 피드백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전투를 통해 보여지게 하여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성장하는 재미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플레이어의 선택을 통한 피드백을 줘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전략에 대한 재미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코어 루프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노드에서 플레이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결과에 따른 보상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플레이어가 선택을 통해 원하는 노드로 진입시켜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빌드를 짜는 경험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메타루프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게임오버 시 일부 스탯을 유지시켜 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자신이 원하는 빌딩을 짤 수 있도록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자신의 선택한 방향으로의 성장에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대한 피드백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1282700" y="2527300"/>
            <a:ext cx="2019300" cy="375811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 루프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414360" y="3632200"/>
            <a:ext cx="1735240" cy="265321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코어 루프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3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각 루프의 정의</a:t>
            </a:r>
            <a:endParaRPr/>
          </a:p>
        </p:txBody>
      </p:sp>
      <p:sp>
        <p:nvSpPr>
          <p:cNvPr id="63" name="Google Shape;63;p3"/>
          <p:cNvSpPr txBox="1"/>
          <p:nvPr>
            <p:ph idx="1" type="body"/>
          </p:nvPr>
        </p:nvSpPr>
        <p:spPr>
          <a:xfrm>
            <a:off x="788581" y="1253331"/>
            <a:ext cx="10515600" cy="550069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ko-KR"/>
              <a:t>각 루프의 활동 내용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532770" y="4555685"/>
            <a:ext cx="1489830" cy="1729734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코어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</a:t>
            </a:r>
            <a:endParaRPr/>
          </a:p>
        </p:txBody>
      </p:sp>
      <p:sp>
        <p:nvSpPr>
          <p:cNvPr id="65" name="Google Shape;65;p3"/>
          <p:cNvSpPr txBox="1"/>
          <p:nvPr/>
        </p:nvSpPr>
        <p:spPr>
          <a:xfrm>
            <a:off x="4169956" y="215449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코어루프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전투,사건 상점 등 각 노드 내에서의 활동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코어 루프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시작부터 런 종료까지의 활동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 루프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런 종료를 통해 성장하며 새 게임을 반복 플레이하는 루프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플레이어 목표</a:t>
            </a:r>
            <a:endParaRPr/>
          </a:p>
        </p:txBody>
      </p:sp>
      <p:sp>
        <p:nvSpPr>
          <p:cNvPr id="71" name="Google Shape;71;p4"/>
          <p:cNvSpPr txBox="1"/>
          <p:nvPr>
            <p:ph idx="1" type="body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단계 별 플레이어는 어떤 목표로 플레이를 지속할 지 </a:t>
            </a:r>
            <a:r>
              <a:rPr b="1" lang="ko-KR"/>
              <a:t>보여줌</a:t>
            </a:r>
            <a:endParaRPr b="1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단기</a:t>
            </a:r>
            <a:endParaRPr b="1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해당 노드 클리어를 위함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최대한 오래 살아 남아 좋은 보상을 얻기 위함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중기</a:t>
            </a:r>
            <a:endParaRPr b="1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최종</a:t>
            </a:r>
            <a:r>
              <a:rPr lang="ko-KR"/>
              <a:t> 보스를 엔딩을 보기 위함</a:t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장기</a:t>
            </a:r>
            <a:endParaRPr b="1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플레이어의 성장으로 양학하는 결과의 재미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자신만의 빌드로 게임을 클리어하는 도전의 재미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전체 컨텐츠 순환 루프</a:t>
            </a:r>
            <a:endParaRPr/>
          </a:p>
        </p:txBody>
      </p:sp>
      <p:sp>
        <p:nvSpPr>
          <p:cNvPr id="77" name="Google Shape;77;p5"/>
          <p:cNvSpPr txBox="1"/>
          <p:nvPr>
            <p:ph idx="1" type="body"/>
          </p:nvPr>
        </p:nvSpPr>
        <p:spPr>
          <a:xfrm>
            <a:off x="788581" y="1253331"/>
            <a:ext cx="10515600" cy="550069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ko-KR"/>
              <a:t>게임의 핵심 사이클이 어떻게 굴러가는지 보여주는 시각화된 자료</a:t>
            </a:r>
            <a:endParaRPr/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156" y="1980927"/>
            <a:ext cx="10073843" cy="450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메타 루프</a:t>
            </a:r>
            <a:endParaRPr/>
          </a:p>
        </p:txBody>
      </p:sp>
      <p:sp>
        <p:nvSpPr>
          <p:cNvPr id="84" name="Google Shape;84;p6"/>
          <p:cNvSpPr txBox="1"/>
          <p:nvPr>
            <p:ph idx="1" type="body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핵심 목표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플레이어가 런 종료를 겪을 수 록 성장함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얼마나 성장했는지</a:t>
            </a:r>
            <a:r>
              <a:rPr lang="ko-KR"/>
              <a:t> 확인하기 위한</a:t>
            </a:r>
            <a:r>
              <a:rPr lang="ko-KR"/>
              <a:t> 반복 플레이로 재방문율 (UV)증가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런 종료에도 일부 스탯 유지 가능하게 함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런 종료가 될 경우 해당 회차에서 일부 스탯 유지함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런 종료의 일부 보상은 선택을 통해 성장함</a:t>
            </a:r>
            <a:endParaRPr/>
          </a:p>
        </p:txBody>
      </p:sp>
      <p:pic>
        <p:nvPicPr>
          <p:cNvPr id="85" name="Google Shape;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006931"/>
            <a:ext cx="3454500" cy="2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플레이어 성장 루프</a:t>
            </a:r>
            <a:endParaRPr/>
          </a:p>
        </p:txBody>
      </p:sp>
      <p:sp>
        <p:nvSpPr>
          <p:cNvPr id="91" name="Google Shape;91;p10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핵심 목표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보스, 전투, 사건 노드의 </a:t>
            </a:r>
            <a:r>
              <a:rPr b="1" lang="ko-KR"/>
              <a:t>결과로 보상을 줌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전투의 </a:t>
            </a:r>
            <a:r>
              <a:rPr b="1" lang="ko-KR"/>
              <a:t>성과에 따라 재화를 보상</a:t>
            </a:r>
            <a:r>
              <a:rPr lang="ko-KR"/>
              <a:t>으로 추가적으로 주어 목표를 세우게 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현재 자신이 보유하고 있는 </a:t>
            </a:r>
            <a:r>
              <a:rPr b="1" lang="ko-KR"/>
              <a:t>재화를 소모해 추가로 보상</a:t>
            </a:r>
            <a:r>
              <a:rPr lang="ko-KR"/>
              <a:t>을 받을 수 있도록 함</a:t>
            </a:r>
            <a:endParaRPr b="1"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872" y="3209535"/>
            <a:ext cx="8356600" cy="2125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코어 루프</a:t>
            </a:r>
            <a:endParaRPr/>
          </a:p>
        </p:txBody>
      </p:sp>
      <p:sp>
        <p:nvSpPr>
          <p:cNvPr id="98" name="Google Shape;98;p7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핵심 목표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게임 플레이의 단순화를 막음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자신의 플레이 스타일에 따라 플레이 할 기회 제공함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FUSM형태의 순환 루프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플레이어의 선택으로 원하는 노드에 입장함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노드를 클리어하고 얻은 결과로 스테이지 진행함</a:t>
            </a:r>
            <a:endParaRPr/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3926887"/>
            <a:ext cx="2210201" cy="1380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 rotWithShape="1">
          <a:blip r:embed="rId4">
            <a:alphaModFix/>
          </a:blip>
          <a:srcRect b="0" l="23505" r="5980" t="7553"/>
          <a:stretch/>
        </p:blipFill>
        <p:spPr>
          <a:xfrm>
            <a:off x="6091872" y="5307364"/>
            <a:ext cx="2214329" cy="142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" y="4113592"/>
            <a:ext cx="48514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코어 루프 </a:t>
            </a:r>
            <a:r>
              <a:rPr b="1" lang="ko-KR"/>
              <a:t>난이도 </a:t>
            </a:r>
            <a:endParaRPr/>
          </a:p>
        </p:txBody>
      </p:sp>
      <p:sp>
        <p:nvSpPr>
          <p:cNvPr id="107" name="Google Shape;107;p11"/>
          <p:cNvSpPr txBox="1"/>
          <p:nvPr>
            <p:ph idx="1" type="body"/>
          </p:nvPr>
        </p:nvSpPr>
        <p:spPr>
          <a:xfrm>
            <a:off x="788581" y="125333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ko-KR"/>
              <a:t>성장했다는 걸 느끼게 함</a:t>
            </a:r>
            <a:endParaRPr b="1"/>
          </a:p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단기적으로 빠르게 성장함을 느낌으로 빠른 보상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7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텍스트, 라인, 도표, 스크린샷이(가) 표시된 사진&#10;&#10;AI 생성 콘텐츠는 정확하지 않을 수 있습니다." id="108" name="Google Shape;1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677" y="2459775"/>
            <a:ext cx="5563047" cy="324357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/>
          <p:nvPr/>
        </p:nvSpPr>
        <p:spPr>
          <a:xfrm>
            <a:off x="2845585" y="4995286"/>
            <a:ext cx="1880700" cy="422400"/>
          </a:xfrm>
          <a:prstGeom prst="rect">
            <a:avLst/>
          </a:prstGeom>
          <a:solidFill>
            <a:schemeClr val="accent1"/>
          </a:solidFill>
          <a:ln cap="flat" cmpd="sng" w="1850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350" lIns="88700" spcFirstLastPara="1" rIns="88700" wrap="square" tIns="44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46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난이도 낮춤</a:t>
            </a:r>
            <a:endParaRPr sz="1358"/>
          </a:p>
        </p:txBody>
      </p:sp>
      <p:sp>
        <p:nvSpPr>
          <p:cNvPr id="110" name="Google Shape;110;p11"/>
          <p:cNvSpPr txBox="1"/>
          <p:nvPr/>
        </p:nvSpPr>
        <p:spPr>
          <a:xfrm>
            <a:off x="6246725" y="2883725"/>
            <a:ext cx="56592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375" lIns="69450" spcFirstLastPara="1" rIns="69450" wrap="square" tIns="109375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플레이어가 강해짐을  쉽게 느끼도록 난이도 조절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 다음 전투 노드의 적은 비교적 약한 적을 배치함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7"/>
              <a:buFont typeface="Arial"/>
              <a:buNone/>
            </a:pP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367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노드 내의 전투</a:t>
            </a:r>
            <a:endParaRPr/>
          </a:p>
        </p:txBody>
      </p:sp>
      <p:sp>
        <p:nvSpPr>
          <p:cNvPr id="116" name="Google Shape;116;p8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플레이어 경험 목표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성공적으로 상황에 대처 했을 때에 따라 </a:t>
            </a:r>
            <a:r>
              <a:rPr b="1" lang="ko-KR"/>
              <a:t>결과를 보는 재미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전투에서 현재 얼마나 강해졌는지 전투 중 피드백으로 </a:t>
            </a:r>
            <a:r>
              <a:rPr b="1" lang="ko-KR"/>
              <a:t>성장에 대한 보상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전투의 성과에 따라 보상을 지급해 최대한 성공적으로 클리어하는 </a:t>
            </a:r>
            <a:r>
              <a:rPr b="1" lang="ko-KR"/>
              <a:t>목표 부여</a:t>
            </a:r>
            <a:endParaRPr b="1"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전투 경험에 대한 예시</a:t>
            </a:r>
            <a:endParaRPr b="1"/>
          </a:p>
        </p:txBody>
      </p:sp>
      <p:pic>
        <p:nvPicPr>
          <p:cNvPr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872" y="3542640"/>
            <a:ext cx="6836229" cy="223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노드 내의 사건</a:t>
            </a:r>
            <a:endParaRPr/>
          </a:p>
        </p:txBody>
      </p:sp>
      <p:sp>
        <p:nvSpPr>
          <p:cNvPr id="123" name="Google Shape;123;p9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플레이어 경험 목표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게임내의 스토리</a:t>
            </a:r>
            <a:r>
              <a:rPr lang="ko-KR"/>
              <a:t>를</a:t>
            </a:r>
            <a:r>
              <a:rPr lang="ko-KR"/>
              <a:t> 언급하여 플레이에 불편 없이 </a:t>
            </a:r>
            <a:r>
              <a:rPr b="1" lang="ko-KR"/>
              <a:t>세계관에 몰입 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전투 노드에서의 </a:t>
            </a:r>
            <a:r>
              <a:rPr b="1" lang="ko-KR"/>
              <a:t>피로도</a:t>
            </a:r>
            <a:r>
              <a:rPr lang="ko-KR"/>
              <a:t>를 줄이기 위함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세계관 내의 사건에서 플레이어의 선택에 따른 결과로 몰입도 부여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전투 경험에 대한 예시</a:t>
            </a:r>
            <a:endParaRPr b="1"/>
          </a:p>
        </p:txBody>
      </p:sp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581" y="3429000"/>
            <a:ext cx="9261987" cy="3126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2026-03-07T04:19:16Z</dcterms:created>
  <dc:creator>HIRONARI HATA</dc:creator>
</cp:coreProperties>
</file>