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5Sp7c6RJBQHGRTvrQc4/45eBt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2026-03-26T19:34:16Z</dcterms:created>
  <dc:creator>PptxGenJS</dc:creator>
</cp:coreProperties>
</file>