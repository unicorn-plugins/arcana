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41"/>
  </p:notesMasterIdLst>
  <p:sldIdLst>
    <p:sldId id="256" r:id="rId2"/>
    <p:sldId id="257" r:id="rId3"/>
    <p:sldId id="306" r:id="rId4"/>
    <p:sldId id="258" r:id="rId5"/>
    <p:sldId id="275" r:id="rId6"/>
    <p:sldId id="269" r:id="rId7"/>
    <p:sldId id="270" r:id="rId8"/>
    <p:sldId id="271" r:id="rId9"/>
    <p:sldId id="276" r:id="rId10"/>
    <p:sldId id="272" r:id="rId11"/>
    <p:sldId id="283" r:id="rId12"/>
    <p:sldId id="302" r:id="rId13"/>
    <p:sldId id="307" r:id="rId14"/>
    <p:sldId id="259" r:id="rId15"/>
    <p:sldId id="266" r:id="rId16"/>
    <p:sldId id="300" r:id="rId17"/>
    <p:sldId id="301" r:id="rId18"/>
    <p:sldId id="260" r:id="rId19"/>
    <p:sldId id="311" r:id="rId20"/>
    <p:sldId id="305" r:id="rId21"/>
    <p:sldId id="262" r:id="rId22"/>
    <p:sldId id="263" r:id="rId23"/>
    <p:sldId id="285" r:id="rId24"/>
    <p:sldId id="264" r:id="rId25"/>
    <p:sldId id="286" r:id="rId26"/>
    <p:sldId id="261" r:id="rId27"/>
    <p:sldId id="303" r:id="rId28"/>
    <p:sldId id="309" r:id="rId29"/>
    <p:sldId id="310" r:id="rId30"/>
    <p:sldId id="282" r:id="rId31"/>
    <p:sldId id="277" r:id="rId32"/>
    <p:sldId id="280" r:id="rId33"/>
    <p:sldId id="284" r:id="rId34"/>
    <p:sldId id="308" r:id="rId35"/>
    <p:sldId id="295" r:id="rId36"/>
    <p:sldId id="290" r:id="rId37"/>
    <p:sldId id="273" r:id="rId38"/>
    <p:sldId id="267" r:id="rId39"/>
    <p:sldId id="268" r:id="rId4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7" roundtripDataSignature="AMtx7mhktfL1uu/TrG4dHkK1rPf3epg17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72C4"/>
    <a:srgbClr val="A5A5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255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39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7" Type="http://customschemas.google.com/relationships/presentationmetadata" Target="metadata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c734fe35e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c734fe35e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c734fe35e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c734fe35e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941589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253546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2" name="Google Shape;35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3205546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205852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8" name="Google Shape;23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5348345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468300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8" name="Google Shape;11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9461479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8" name="Google Shape;11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0582897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5052903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4" name="Google Shape;20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445243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0109512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543097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178920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6261251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1725320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8" name="Google Shape;11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5298114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8" name="Google Shape;11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1155894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5779530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6459329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0" name="Google Shape;370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3255735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0" name="Google Shape;370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0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0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2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2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3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4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4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4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4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7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7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8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8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9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0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0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9" name="Google Shape;9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0" name="Google Shape;10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</a:pPr>
            <a:r>
              <a:rPr lang="ko-KR"/>
              <a:t>메인 시스템 문서</a:t>
            </a:r>
            <a:endParaRPr/>
          </a:p>
        </p:txBody>
      </p:sp>
      <p:sp>
        <p:nvSpPr>
          <p:cNvPr id="85" name="Google Shape;85;p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ko-KR" dirty="0"/>
              <a:t>이 문서를 읽을 때..</a:t>
            </a:r>
            <a:endParaRPr dirty="0"/>
          </a:p>
        </p:txBody>
      </p:sp>
      <p:sp>
        <p:nvSpPr>
          <p:cNvPr id="91" name="Google Shape;91;p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ko-KR"/>
              <a:t>모든 것은 수정될 수 있습니다. 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ko-KR"/>
              <a:t>궁금한 점이 있으면 언제든 담당자 이채연에게 연락 부탁드립니다. (새벽에도  OK )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0" lvl="0" indent="0" algn="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ko-KR"/>
              <a:t>이채연 010 2988 7090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87C2F3-F5AD-4E41-987B-E7B76462F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플레이 루프 </a:t>
            </a:r>
          </a:p>
        </p:txBody>
      </p:sp>
      <p:pic>
        <p:nvPicPr>
          <p:cNvPr id="5" name="그림 4" descr="도표, 평면도, 기술 도면, 개략도이(가) 표시된 사진&#10;&#10;자동 생성된 설명">
            <a:extLst>
              <a:ext uri="{FF2B5EF4-FFF2-40B4-BE49-F238E27FC236}">
                <a16:creationId xmlns:a16="http://schemas.microsoft.com/office/drawing/2014/main" id="{C3C0309A-2ECB-4665-A9F7-DA591B3F97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3226" y="0"/>
            <a:ext cx="578057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97230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02;p3">
            <a:extLst>
              <a:ext uri="{FF2B5EF4-FFF2-40B4-BE49-F238E27FC236}">
                <a16:creationId xmlns:a16="http://schemas.microsoft.com/office/drawing/2014/main" id="{379AC406-BDC8-4726-A629-CA66AB7AC142}"/>
              </a:ext>
            </a:extLst>
          </p:cNvPr>
          <p:cNvSpPr txBox="1">
            <a:spLocks/>
          </p:cNvSpPr>
          <p:nvPr/>
        </p:nvSpPr>
        <p:spPr>
          <a:xfrm>
            <a:off x="990600" y="5175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4400"/>
            </a:pPr>
            <a:r>
              <a:rPr lang="ko-KR" altLang="en-US" dirty="0"/>
              <a:t>세계관 </a:t>
            </a:r>
          </a:p>
        </p:txBody>
      </p:sp>
      <p:sp>
        <p:nvSpPr>
          <p:cNvPr id="10" name="Google Shape;305;p13">
            <a:extLst>
              <a:ext uri="{FF2B5EF4-FFF2-40B4-BE49-F238E27FC236}">
                <a16:creationId xmlns:a16="http://schemas.microsoft.com/office/drawing/2014/main" id="{68AB799B-D231-4E77-ACD4-3CC0CEFEC9CA}"/>
              </a:ext>
            </a:extLst>
          </p:cNvPr>
          <p:cNvSpPr txBox="1"/>
          <p:nvPr/>
        </p:nvSpPr>
        <p:spPr>
          <a:xfrm>
            <a:off x="1961700" y="5565467"/>
            <a:ext cx="8268600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dirty="0" err="1">
                <a:solidFill>
                  <a:schemeClr val="dk1"/>
                </a:solidFill>
                <a:latin typeface="Malgun Gothic"/>
                <a:ea typeface="Malgun Gothic"/>
                <a:sym typeface="Malgun Gothic"/>
              </a:rPr>
              <a:t>아르카나</a:t>
            </a:r>
            <a:r>
              <a:rPr lang="en-US" altLang="ko-KR" sz="1800" dirty="0">
                <a:solidFill>
                  <a:schemeClr val="dk1"/>
                </a:solidFill>
                <a:latin typeface="Malgun Gothic"/>
                <a:ea typeface="Malgun Gothic"/>
                <a:sym typeface="Malgun Gothic"/>
              </a:rPr>
              <a:t>(</a:t>
            </a:r>
            <a:r>
              <a:rPr lang="ko-KR" altLang="en-US" sz="1800" dirty="0">
                <a:solidFill>
                  <a:schemeClr val="dk1"/>
                </a:solidFill>
                <a:latin typeface="Malgun Gothic"/>
                <a:ea typeface="Malgun Gothic"/>
                <a:sym typeface="Malgun Gothic"/>
              </a:rPr>
              <a:t>카드</a:t>
            </a:r>
            <a:r>
              <a:rPr lang="en-US" altLang="ko-KR" sz="1800" dirty="0">
                <a:solidFill>
                  <a:schemeClr val="dk1"/>
                </a:solidFill>
                <a:latin typeface="Malgun Gothic"/>
                <a:ea typeface="Malgun Gothic"/>
                <a:sym typeface="Malgun Gothic"/>
              </a:rPr>
              <a:t>)</a:t>
            </a:r>
            <a:r>
              <a:rPr lang="ko-KR" altLang="en-US" sz="1800" dirty="0">
                <a:solidFill>
                  <a:schemeClr val="dk1"/>
                </a:solidFill>
                <a:latin typeface="Malgun Gothic"/>
                <a:ea typeface="Malgun Gothic"/>
                <a:sym typeface="Malgun Gothic"/>
              </a:rPr>
              <a:t>를 부여 받고 모든 것의 운명이 정해진 채 태어나는 세계관</a:t>
            </a:r>
            <a:r>
              <a:rPr lang="en-US" altLang="ko-KR" sz="1800" dirty="0">
                <a:solidFill>
                  <a:schemeClr val="dk1"/>
                </a:solidFill>
                <a:latin typeface="Malgun Gothic"/>
                <a:ea typeface="Malgun Gothic"/>
                <a:sym typeface="Malgun Gothic"/>
              </a:rPr>
              <a:t>.</a:t>
            </a:r>
          </a:p>
          <a:p>
            <a:r>
              <a:rPr lang="ko-KR" altLang="en-US" sz="1800" dirty="0">
                <a:solidFill>
                  <a:schemeClr val="dk1"/>
                </a:solidFill>
                <a:latin typeface="Malgun Gothic"/>
                <a:ea typeface="Malgun Gothic"/>
                <a:sym typeface="Malgun Gothic"/>
              </a:rPr>
              <a:t>사람이 살아가는 과정에서 카드의 힘이 강해지거나 약해지곤 한다</a:t>
            </a:r>
            <a:r>
              <a:rPr lang="en-US" altLang="ko-KR" sz="1800" dirty="0">
                <a:solidFill>
                  <a:schemeClr val="dk1"/>
                </a:solidFill>
                <a:latin typeface="Malgun Gothic"/>
                <a:ea typeface="Malgun Gothic"/>
                <a:sym typeface="Malgun Gothic"/>
              </a:rPr>
              <a:t>. </a:t>
            </a:r>
          </a:p>
          <a:p>
            <a:r>
              <a:rPr lang="ko-KR" altLang="en-US" sz="1800" dirty="0">
                <a:solidFill>
                  <a:schemeClr val="dk1"/>
                </a:solidFill>
                <a:latin typeface="Malgun Gothic"/>
                <a:ea typeface="Malgun Gothic"/>
                <a:sym typeface="Malgun Gothic"/>
              </a:rPr>
              <a:t>주인공은 기억을 가지고 윤회하는 능력을 가지고 있다</a:t>
            </a:r>
            <a:r>
              <a:rPr lang="en-US" altLang="ko-KR" sz="1800" dirty="0">
                <a:solidFill>
                  <a:schemeClr val="dk1"/>
                </a:solidFill>
                <a:latin typeface="Malgun Gothic"/>
                <a:ea typeface="Malgun Gothic"/>
                <a:sym typeface="Malgun Gothic"/>
              </a:rPr>
              <a:t>.</a:t>
            </a:r>
          </a:p>
        </p:txBody>
      </p:sp>
      <p:sp>
        <p:nvSpPr>
          <p:cNvPr id="11" name="Google Shape;107;p3">
            <a:extLst>
              <a:ext uri="{FF2B5EF4-FFF2-40B4-BE49-F238E27FC236}">
                <a16:creationId xmlns:a16="http://schemas.microsoft.com/office/drawing/2014/main" id="{C6E9A91E-2DB7-4AD0-9E48-F003F173D48E}"/>
              </a:ext>
            </a:extLst>
          </p:cNvPr>
          <p:cNvSpPr/>
          <p:nvPr/>
        </p:nvSpPr>
        <p:spPr>
          <a:xfrm>
            <a:off x="4421534" y="3305436"/>
            <a:ext cx="611659" cy="1025611"/>
          </a:xfrm>
          <a:prstGeom prst="ellipse">
            <a:avLst/>
          </a:prstGeom>
          <a:solidFill>
            <a:schemeClr val="accent6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" name="Google Shape;108;p3">
            <a:extLst>
              <a:ext uri="{FF2B5EF4-FFF2-40B4-BE49-F238E27FC236}">
                <a16:creationId xmlns:a16="http://schemas.microsoft.com/office/drawing/2014/main" id="{F9F0CFED-6FE3-4456-82BC-259A48B0F30F}"/>
              </a:ext>
            </a:extLst>
          </p:cNvPr>
          <p:cNvSpPr/>
          <p:nvPr/>
        </p:nvSpPr>
        <p:spPr>
          <a:xfrm>
            <a:off x="1804477" y="3293078"/>
            <a:ext cx="611659" cy="1025611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" name="Google Shape;109;p3">
            <a:extLst>
              <a:ext uri="{FF2B5EF4-FFF2-40B4-BE49-F238E27FC236}">
                <a16:creationId xmlns:a16="http://schemas.microsoft.com/office/drawing/2014/main" id="{E389479A-9CFC-4796-9D27-376BB3A7A642}"/>
              </a:ext>
            </a:extLst>
          </p:cNvPr>
          <p:cNvSpPr/>
          <p:nvPr/>
        </p:nvSpPr>
        <p:spPr>
          <a:xfrm>
            <a:off x="7038592" y="3293078"/>
            <a:ext cx="611659" cy="1025611"/>
          </a:xfrm>
          <a:prstGeom prst="ellipse">
            <a:avLst/>
          </a:prstGeom>
          <a:solidFill>
            <a:schemeClr val="accent6">
              <a:lumMod val="50000"/>
            </a:schemeClr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7ED8A1A-79B5-468B-8A5E-9FFB5AC584AC}"/>
              </a:ext>
            </a:extLst>
          </p:cNvPr>
          <p:cNvSpPr/>
          <p:nvPr/>
        </p:nvSpPr>
        <p:spPr>
          <a:xfrm>
            <a:off x="1630129" y="1952440"/>
            <a:ext cx="960351" cy="12520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4E0B263-504F-4959-880E-62417971A9B1}"/>
              </a:ext>
            </a:extLst>
          </p:cNvPr>
          <p:cNvSpPr txBox="1"/>
          <p:nvPr/>
        </p:nvSpPr>
        <p:spPr>
          <a:xfrm>
            <a:off x="1748668" y="4360446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소년기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B5C8CAE-464C-419C-9ADD-3BCC6811C066}"/>
              </a:ext>
            </a:extLst>
          </p:cNvPr>
          <p:cNvSpPr txBox="1"/>
          <p:nvPr/>
        </p:nvSpPr>
        <p:spPr>
          <a:xfrm>
            <a:off x="4365725" y="4360446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청년기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BDF64CD-133F-43AC-8718-6FAB90EEFFBA}"/>
              </a:ext>
            </a:extLst>
          </p:cNvPr>
          <p:cNvSpPr txBox="1"/>
          <p:nvPr/>
        </p:nvSpPr>
        <p:spPr>
          <a:xfrm>
            <a:off x="6982783" y="4365131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노년기</a:t>
            </a:r>
          </a:p>
        </p:txBody>
      </p:sp>
      <p:cxnSp>
        <p:nvCxnSpPr>
          <p:cNvPr id="20" name="Google Shape;302;p13">
            <a:extLst>
              <a:ext uri="{FF2B5EF4-FFF2-40B4-BE49-F238E27FC236}">
                <a16:creationId xmlns:a16="http://schemas.microsoft.com/office/drawing/2014/main" id="{F9908D7C-7BDB-4BF8-BAC1-428BA3DAC76A}"/>
              </a:ext>
            </a:extLst>
          </p:cNvPr>
          <p:cNvCxnSpPr/>
          <p:nvPr/>
        </p:nvCxnSpPr>
        <p:spPr>
          <a:xfrm>
            <a:off x="3200402" y="3818242"/>
            <a:ext cx="469557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1" name="Google Shape;302;p13">
            <a:extLst>
              <a:ext uri="{FF2B5EF4-FFF2-40B4-BE49-F238E27FC236}">
                <a16:creationId xmlns:a16="http://schemas.microsoft.com/office/drawing/2014/main" id="{F25850F5-2CD5-4E8D-A942-4670905C15F1}"/>
              </a:ext>
            </a:extLst>
          </p:cNvPr>
          <p:cNvCxnSpPr/>
          <p:nvPr/>
        </p:nvCxnSpPr>
        <p:spPr>
          <a:xfrm>
            <a:off x="5881818" y="3818242"/>
            <a:ext cx="469557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9D0E4700-ADB3-471C-B30C-27508BB221E3}"/>
              </a:ext>
            </a:extLst>
          </p:cNvPr>
          <p:cNvSpPr/>
          <p:nvPr/>
        </p:nvSpPr>
        <p:spPr>
          <a:xfrm>
            <a:off x="4247186" y="1952440"/>
            <a:ext cx="960351" cy="12520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1BD05806-0373-4AD6-BB80-DAC9C3D10F9C}"/>
              </a:ext>
            </a:extLst>
          </p:cNvPr>
          <p:cNvSpPr/>
          <p:nvPr/>
        </p:nvSpPr>
        <p:spPr>
          <a:xfrm>
            <a:off x="6864244" y="1952440"/>
            <a:ext cx="960351" cy="12520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62BCF2D-8022-4181-BB90-BA4393322724}"/>
              </a:ext>
            </a:extLst>
          </p:cNvPr>
          <p:cNvSpPr txBox="1"/>
          <p:nvPr/>
        </p:nvSpPr>
        <p:spPr>
          <a:xfrm>
            <a:off x="1544281" y="1949103"/>
            <a:ext cx="11320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주인공</a:t>
            </a:r>
            <a:r>
              <a:rPr lang="en-US" altLang="ko-KR" dirty="0"/>
              <a:t> </a:t>
            </a:r>
            <a:r>
              <a:rPr lang="ko-KR" altLang="en-US" dirty="0"/>
              <a:t>카드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3E06445-EC50-4C40-8E54-12AFCB02C66F}"/>
              </a:ext>
            </a:extLst>
          </p:cNvPr>
          <p:cNvSpPr txBox="1"/>
          <p:nvPr/>
        </p:nvSpPr>
        <p:spPr>
          <a:xfrm>
            <a:off x="1674125" y="2609204"/>
            <a:ext cx="8723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공격력 </a:t>
            </a:r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2DF6089-D533-4287-A729-1BD3CE3BB0D5}"/>
              </a:ext>
            </a:extLst>
          </p:cNvPr>
          <p:cNvSpPr txBox="1"/>
          <p:nvPr/>
        </p:nvSpPr>
        <p:spPr>
          <a:xfrm>
            <a:off x="4291182" y="2578778"/>
            <a:ext cx="8723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공격력 </a:t>
            </a:r>
            <a:r>
              <a:rPr lang="en-US" altLang="ko-KR" dirty="0"/>
              <a:t>6</a:t>
            </a:r>
            <a:endParaRPr lang="ko-KR" alt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630022D-5BC7-4090-9AFA-6DC35956B044}"/>
              </a:ext>
            </a:extLst>
          </p:cNvPr>
          <p:cNvSpPr txBox="1"/>
          <p:nvPr/>
        </p:nvSpPr>
        <p:spPr>
          <a:xfrm>
            <a:off x="6864243" y="2564228"/>
            <a:ext cx="9717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공격력 </a:t>
            </a:r>
            <a:r>
              <a:rPr lang="en-US" altLang="ko-KR" dirty="0"/>
              <a:t>10</a:t>
            </a:r>
            <a:endParaRPr lang="ko-KR" altLang="en-US" dirty="0"/>
          </a:p>
        </p:txBody>
      </p:sp>
      <p:cxnSp>
        <p:nvCxnSpPr>
          <p:cNvPr id="31" name="Google Shape;302;p13">
            <a:extLst>
              <a:ext uri="{FF2B5EF4-FFF2-40B4-BE49-F238E27FC236}">
                <a16:creationId xmlns:a16="http://schemas.microsoft.com/office/drawing/2014/main" id="{37E78034-0B5C-4342-BF3A-03E1AC3B627B}"/>
              </a:ext>
            </a:extLst>
          </p:cNvPr>
          <p:cNvCxnSpPr/>
          <p:nvPr/>
        </p:nvCxnSpPr>
        <p:spPr>
          <a:xfrm>
            <a:off x="8328456" y="3805883"/>
            <a:ext cx="469557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32" name="Google Shape;109;p3">
            <a:extLst>
              <a:ext uri="{FF2B5EF4-FFF2-40B4-BE49-F238E27FC236}">
                <a16:creationId xmlns:a16="http://schemas.microsoft.com/office/drawing/2014/main" id="{A3A41CDD-FD7D-4F96-9F1A-78A011FB82B9}"/>
              </a:ext>
            </a:extLst>
          </p:cNvPr>
          <p:cNvSpPr/>
          <p:nvPr/>
        </p:nvSpPr>
        <p:spPr>
          <a:xfrm>
            <a:off x="9476218" y="3293078"/>
            <a:ext cx="611659" cy="1025611"/>
          </a:xfrm>
          <a:prstGeom prst="ellipse">
            <a:avLst/>
          </a:prstGeom>
          <a:solidFill>
            <a:schemeClr val="tx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F2CBCB4-A690-4505-8B7B-65D3605339B4}"/>
              </a:ext>
            </a:extLst>
          </p:cNvPr>
          <p:cNvSpPr txBox="1"/>
          <p:nvPr/>
        </p:nvSpPr>
        <p:spPr>
          <a:xfrm>
            <a:off x="9510177" y="4360446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죽음</a:t>
            </a:r>
            <a:endParaRPr lang="ko-KR" altLang="en-US" dirty="0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15536519-20A9-4386-BA2E-362B3A6E0AEE}"/>
              </a:ext>
            </a:extLst>
          </p:cNvPr>
          <p:cNvSpPr/>
          <p:nvPr/>
        </p:nvSpPr>
        <p:spPr>
          <a:xfrm>
            <a:off x="9360309" y="1938221"/>
            <a:ext cx="960351" cy="12520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A00F039-9DB6-4816-A01B-A647A8029B61}"/>
              </a:ext>
            </a:extLst>
          </p:cNvPr>
          <p:cNvSpPr txBox="1"/>
          <p:nvPr/>
        </p:nvSpPr>
        <p:spPr>
          <a:xfrm>
            <a:off x="9436536" y="2537592"/>
            <a:ext cx="8723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공격력 </a:t>
            </a:r>
            <a:r>
              <a:rPr lang="en-US" altLang="ko-KR" dirty="0"/>
              <a:t>8</a:t>
            </a:r>
            <a:endParaRPr lang="ko-KR" altLang="en-US" dirty="0"/>
          </a:p>
        </p:txBody>
      </p:sp>
      <p:cxnSp>
        <p:nvCxnSpPr>
          <p:cNvPr id="42" name="연결선: 꺾임 41">
            <a:extLst>
              <a:ext uri="{FF2B5EF4-FFF2-40B4-BE49-F238E27FC236}">
                <a16:creationId xmlns:a16="http://schemas.microsoft.com/office/drawing/2014/main" id="{1F4761FD-D5A1-49FF-A1D1-AF2E58785593}"/>
              </a:ext>
            </a:extLst>
          </p:cNvPr>
          <p:cNvCxnSpPr>
            <a:cxnSpLocks/>
            <a:endCxn id="51" idx="1"/>
          </p:cNvCxnSpPr>
          <p:nvPr/>
        </p:nvCxnSpPr>
        <p:spPr>
          <a:xfrm rot="10800000" flipV="1">
            <a:off x="955846" y="3792095"/>
            <a:ext cx="9299976" cy="45514"/>
          </a:xfrm>
          <a:prstGeom prst="bentConnector5">
            <a:avLst>
              <a:gd name="adj1" fmla="val -9027"/>
              <a:gd name="adj2" fmla="val 3039656"/>
              <a:gd name="adj3" fmla="val 10245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06D40C9B-AC82-4C54-8C57-B35202F09DA1}"/>
              </a:ext>
            </a:extLst>
          </p:cNvPr>
          <p:cNvSpPr/>
          <p:nvPr/>
        </p:nvSpPr>
        <p:spPr>
          <a:xfrm>
            <a:off x="955846" y="3617940"/>
            <a:ext cx="413950" cy="4393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0F8D7B3-2A02-4138-96C3-62C9D73D78B3}"/>
              </a:ext>
            </a:extLst>
          </p:cNvPr>
          <p:cNvSpPr txBox="1"/>
          <p:nvPr/>
        </p:nvSpPr>
        <p:spPr>
          <a:xfrm>
            <a:off x="5552261" y="4911132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윤회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1707739-BDE5-4A03-8236-58C5C1FBB309}"/>
              </a:ext>
            </a:extLst>
          </p:cNvPr>
          <p:cNvSpPr txBox="1"/>
          <p:nvPr/>
        </p:nvSpPr>
        <p:spPr>
          <a:xfrm>
            <a:off x="4161338" y="1949103"/>
            <a:ext cx="11320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주인공</a:t>
            </a:r>
            <a:r>
              <a:rPr lang="en-US" altLang="ko-KR" dirty="0"/>
              <a:t> </a:t>
            </a:r>
            <a:r>
              <a:rPr lang="ko-KR" altLang="en-US" dirty="0"/>
              <a:t>카드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AC8E757-3B5D-42DE-9B86-C2071B162A21}"/>
              </a:ext>
            </a:extLst>
          </p:cNvPr>
          <p:cNvSpPr txBox="1"/>
          <p:nvPr/>
        </p:nvSpPr>
        <p:spPr>
          <a:xfrm>
            <a:off x="6794745" y="1949103"/>
            <a:ext cx="11320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주인공</a:t>
            </a:r>
            <a:r>
              <a:rPr lang="en-US" altLang="ko-KR" dirty="0"/>
              <a:t> </a:t>
            </a:r>
            <a:r>
              <a:rPr lang="ko-KR" altLang="en-US" dirty="0"/>
              <a:t>카드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C8316C4-EE7E-4FED-A5D9-4F4553DC3A34}"/>
              </a:ext>
            </a:extLst>
          </p:cNvPr>
          <p:cNvSpPr txBox="1"/>
          <p:nvPr/>
        </p:nvSpPr>
        <p:spPr>
          <a:xfrm>
            <a:off x="9306692" y="1949103"/>
            <a:ext cx="11320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주인공</a:t>
            </a:r>
            <a:r>
              <a:rPr lang="en-US" altLang="ko-KR" dirty="0"/>
              <a:t> </a:t>
            </a:r>
            <a:r>
              <a:rPr lang="ko-KR" altLang="en-US" dirty="0"/>
              <a:t>카드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02;p3">
            <a:extLst>
              <a:ext uri="{FF2B5EF4-FFF2-40B4-BE49-F238E27FC236}">
                <a16:creationId xmlns:a16="http://schemas.microsoft.com/office/drawing/2014/main" id="{379AC406-BDC8-4726-A629-CA66AB7AC142}"/>
              </a:ext>
            </a:extLst>
          </p:cNvPr>
          <p:cNvSpPr txBox="1">
            <a:spLocks/>
          </p:cNvSpPr>
          <p:nvPr/>
        </p:nvSpPr>
        <p:spPr>
          <a:xfrm>
            <a:off x="990600" y="5175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4400"/>
            </a:pPr>
            <a:r>
              <a:rPr lang="ko-KR" altLang="en-US" dirty="0"/>
              <a:t>튜토리얼 </a:t>
            </a:r>
          </a:p>
        </p:txBody>
      </p:sp>
      <p:sp>
        <p:nvSpPr>
          <p:cNvPr id="10" name="Google Shape;305;p13">
            <a:extLst>
              <a:ext uri="{FF2B5EF4-FFF2-40B4-BE49-F238E27FC236}">
                <a16:creationId xmlns:a16="http://schemas.microsoft.com/office/drawing/2014/main" id="{68AB799B-D231-4E77-ACD4-3CC0CEFEC9CA}"/>
              </a:ext>
            </a:extLst>
          </p:cNvPr>
          <p:cNvSpPr txBox="1"/>
          <p:nvPr/>
        </p:nvSpPr>
        <p:spPr>
          <a:xfrm>
            <a:off x="1736672" y="5140187"/>
            <a:ext cx="8998743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dirty="0">
                <a:solidFill>
                  <a:schemeClr val="dk1"/>
                </a:solidFill>
                <a:latin typeface="Malgun Gothic"/>
                <a:ea typeface="Malgun Gothic"/>
                <a:sym typeface="Malgun Gothic"/>
              </a:rPr>
              <a:t>운명을 정하는 절대적 존재인 최종 보스를 물리치기 위해 모험을 떠난 주인공 일행</a:t>
            </a:r>
            <a:r>
              <a:rPr lang="en-US" altLang="ko-KR" sz="1800" dirty="0">
                <a:solidFill>
                  <a:schemeClr val="dk1"/>
                </a:solidFill>
                <a:latin typeface="Malgun Gothic"/>
                <a:ea typeface="Malgun Gothic"/>
                <a:sym typeface="Malgun Gothic"/>
              </a:rPr>
              <a:t>.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sz="1800" dirty="0">
              <a:solidFill>
                <a:schemeClr val="dk1"/>
              </a:solidFill>
              <a:latin typeface="Malgun Gothic"/>
              <a:ea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dirty="0">
                <a:solidFill>
                  <a:schemeClr val="dk1"/>
                </a:solidFill>
                <a:latin typeface="Malgun Gothic"/>
                <a:ea typeface="Malgun Gothic"/>
                <a:sym typeface="Malgun Gothic"/>
              </a:rPr>
              <a:t>하지만 최종 보스가 조력자</a:t>
            </a:r>
            <a:r>
              <a:rPr lang="en-US" altLang="ko-KR" sz="1800" dirty="0">
                <a:solidFill>
                  <a:schemeClr val="dk1"/>
                </a:solidFill>
                <a:latin typeface="Malgun Gothic"/>
                <a:ea typeface="Malgun Gothic"/>
                <a:sym typeface="Malgun Gothic"/>
              </a:rPr>
              <a:t>(</a:t>
            </a:r>
            <a:r>
              <a:rPr lang="ko-KR" altLang="en-US" sz="1800" dirty="0" err="1">
                <a:solidFill>
                  <a:schemeClr val="dk1"/>
                </a:solidFill>
                <a:latin typeface="Malgun Gothic"/>
                <a:ea typeface="Malgun Gothic"/>
                <a:sym typeface="Malgun Gothic"/>
              </a:rPr>
              <a:t>히로인</a:t>
            </a:r>
            <a:r>
              <a:rPr lang="en-US" altLang="ko-KR" sz="1800" dirty="0">
                <a:solidFill>
                  <a:schemeClr val="dk1"/>
                </a:solidFill>
                <a:latin typeface="Malgun Gothic"/>
                <a:ea typeface="Malgun Gothic"/>
                <a:sym typeface="Malgun Gothic"/>
              </a:rPr>
              <a:t>)</a:t>
            </a:r>
            <a:r>
              <a:rPr lang="ko-KR" altLang="en-US" sz="1800" dirty="0">
                <a:solidFill>
                  <a:schemeClr val="dk1"/>
                </a:solidFill>
                <a:latin typeface="Malgun Gothic"/>
                <a:ea typeface="Malgun Gothic"/>
                <a:sym typeface="Malgun Gothic"/>
              </a:rPr>
              <a:t>가 죽으면서 주인공은 윤회한 뒤 역방향의 힘을 각성하고 조력자와 아군의 죽음을 막기 위해 다시 여정을 떠난다</a:t>
            </a:r>
            <a:r>
              <a:rPr lang="en-US" altLang="ko-KR" sz="1800" dirty="0">
                <a:solidFill>
                  <a:schemeClr val="dk1"/>
                </a:solidFill>
                <a:latin typeface="Malgun Gothic"/>
                <a:ea typeface="Malgun Gothic"/>
                <a:sym typeface="Malgun Gothic"/>
              </a:rPr>
              <a:t>. </a:t>
            </a:r>
          </a:p>
        </p:txBody>
      </p:sp>
      <p:sp>
        <p:nvSpPr>
          <p:cNvPr id="11" name="Google Shape;107;p3">
            <a:extLst>
              <a:ext uri="{FF2B5EF4-FFF2-40B4-BE49-F238E27FC236}">
                <a16:creationId xmlns:a16="http://schemas.microsoft.com/office/drawing/2014/main" id="{7C2B79A4-45B6-4FFD-9727-0FC5EEB8B71C}"/>
              </a:ext>
            </a:extLst>
          </p:cNvPr>
          <p:cNvSpPr/>
          <p:nvPr/>
        </p:nvSpPr>
        <p:spPr>
          <a:xfrm>
            <a:off x="1622729" y="2756980"/>
            <a:ext cx="611659" cy="1025611"/>
          </a:xfrm>
          <a:prstGeom prst="ellipse">
            <a:avLst/>
          </a:prstGeom>
          <a:solidFill>
            <a:srgbClr val="FF000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" name="Google Shape;107;p3">
            <a:extLst>
              <a:ext uri="{FF2B5EF4-FFF2-40B4-BE49-F238E27FC236}">
                <a16:creationId xmlns:a16="http://schemas.microsoft.com/office/drawing/2014/main" id="{85FA0490-3507-4610-9F62-F23E8F529EE2}"/>
              </a:ext>
            </a:extLst>
          </p:cNvPr>
          <p:cNvSpPr/>
          <p:nvPr/>
        </p:nvSpPr>
        <p:spPr>
          <a:xfrm>
            <a:off x="2420097" y="2756978"/>
            <a:ext cx="611659" cy="1025611"/>
          </a:xfrm>
          <a:prstGeom prst="ellipse">
            <a:avLst/>
          </a:prstGeom>
          <a:solidFill>
            <a:schemeClr val="accent6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" name="Google Shape;107;p3">
            <a:extLst>
              <a:ext uri="{FF2B5EF4-FFF2-40B4-BE49-F238E27FC236}">
                <a16:creationId xmlns:a16="http://schemas.microsoft.com/office/drawing/2014/main" id="{8984C623-F7AE-4F13-BF44-3DA56591D06A}"/>
              </a:ext>
            </a:extLst>
          </p:cNvPr>
          <p:cNvSpPr/>
          <p:nvPr/>
        </p:nvSpPr>
        <p:spPr>
          <a:xfrm>
            <a:off x="825361" y="2756979"/>
            <a:ext cx="611659" cy="1025611"/>
          </a:xfrm>
          <a:prstGeom prst="ellipse">
            <a:avLst/>
          </a:prstGeom>
          <a:solidFill>
            <a:schemeClr val="accent6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FCD3613-DF7A-4B0E-AA93-CCB79D1E62C1}"/>
              </a:ext>
            </a:extLst>
          </p:cNvPr>
          <p:cNvSpPr txBox="1"/>
          <p:nvPr/>
        </p:nvSpPr>
        <p:spPr>
          <a:xfrm>
            <a:off x="784782" y="2449200"/>
            <a:ext cx="6928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아군 </a:t>
            </a:r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611EE7F-7809-441E-992E-8A2439297971}"/>
              </a:ext>
            </a:extLst>
          </p:cNvPr>
          <p:cNvSpPr txBox="1"/>
          <p:nvPr/>
        </p:nvSpPr>
        <p:spPr>
          <a:xfrm>
            <a:off x="2420097" y="2449201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조력자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4B5A271-B60F-4B2F-964F-4934DFE7D610}"/>
              </a:ext>
            </a:extLst>
          </p:cNvPr>
          <p:cNvSpPr txBox="1"/>
          <p:nvPr/>
        </p:nvSpPr>
        <p:spPr>
          <a:xfrm>
            <a:off x="1582149" y="2449200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주인공</a:t>
            </a:r>
          </a:p>
        </p:txBody>
      </p:sp>
      <p:cxnSp>
        <p:nvCxnSpPr>
          <p:cNvPr id="16" name="Google Shape;302;p13">
            <a:extLst>
              <a:ext uri="{FF2B5EF4-FFF2-40B4-BE49-F238E27FC236}">
                <a16:creationId xmlns:a16="http://schemas.microsoft.com/office/drawing/2014/main" id="{1814F105-2B55-4A10-899C-F74E2A3693BF}"/>
              </a:ext>
            </a:extLst>
          </p:cNvPr>
          <p:cNvCxnSpPr/>
          <p:nvPr/>
        </p:nvCxnSpPr>
        <p:spPr>
          <a:xfrm>
            <a:off x="3478430" y="3218939"/>
            <a:ext cx="469557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7" name="Google Shape;107;p3">
            <a:extLst>
              <a:ext uri="{FF2B5EF4-FFF2-40B4-BE49-F238E27FC236}">
                <a16:creationId xmlns:a16="http://schemas.microsoft.com/office/drawing/2014/main" id="{617D5483-34A3-443E-8CE2-F977BEB690B2}"/>
              </a:ext>
            </a:extLst>
          </p:cNvPr>
          <p:cNvSpPr/>
          <p:nvPr/>
        </p:nvSpPr>
        <p:spPr>
          <a:xfrm>
            <a:off x="4964396" y="2738726"/>
            <a:ext cx="611659" cy="1025611"/>
          </a:xfrm>
          <a:prstGeom prst="ellipse">
            <a:avLst/>
          </a:prstGeom>
          <a:solidFill>
            <a:srgbClr val="FF000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" name="Google Shape;107;p3">
            <a:extLst>
              <a:ext uri="{FF2B5EF4-FFF2-40B4-BE49-F238E27FC236}">
                <a16:creationId xmlns:a16="http://schemas.microsoft.com/office/drawing/2014/main" id="{0F291BA1-4A25-4ACE-9585-E530AAE45BBF}"/>
              </a:ext>
            </a:extLst>
          </p:cNvPr>
          <p:cNvSpPr/>
          <p:nvPr/>
        </p:nvSpPr>
        <p:spPr>
          <a:xfrm>
            <a:off x="5761764" y="2738724"/>
            <a:ext cx="611659" cy="1025611"/>
          </a:xfrm>
          <a:prstGeom prst="ellipse">
            <a:avLst/>
          </a:prstGeom>
          <a:solidFill>
            <a:schemeClr val="accent6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" name="Google Shape;107;p3">
            <a:extLst>
              <a:ext uri="{FF2B5EF4-FFF2-40B4-BE49-F238E27FC236}">
                <a16:creationId xmlns:a16="http://schemas.microsoft.com/office/drawing/2014/main" id="{6317BB74-2689-418A-9970-42B96A006E1A}"/>
              </a:ext>
            </a:extLst>
          </p:cNvPr>
          <p:cNvSpPr/>
          <p:nvPr/>
        </p:nvSpPr>
        <p:spPr>
          <a:xfrm>
            <a:off x="4167028" y="2738725"/>
            <a:ext cx="611659" cy="1025611"/>
          </a:xfrm>
          <a:prstGeom prst="ellipse">
            <a:avLst/>
          </a:prstGeom>
          <a:solidFill>
            <a:schemeClr val="accent6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F827182-ED32-4647-B67B-9AB3A8C381C8}"/>
              </a:ext>
            </a:extLst>
          </p:cNvPr>
          <p:cNvSpPr txBox="1"/>
          <p:nvPr/>
        </p:nvSpPr>
        <p:spPr>
          <a:xfrm>
            <a:off x="4126449" y="2430946"/>
            <a:ext cx="6928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아군 </a:t>
            </a:r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6C96247-88D8-4DE6-BF58-4141DB721CF9}"/>
              </a:ext>
            </a:extLst>
          </p:cNvPr>
          <p:cNvSpPr txBox="1"/>
          <p:nvPr/>
        </p:nvSpPr>
        <p:spPr>
          <a:xfrm>
            <a:off x="5761764" y="2430947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조력자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4591757-EDD1-4182-A524-C091CF853CEF}"/>
              </a:ext>
            </a:extLst>
          </p:cNvPr>
          <p:cNvSpPr txBox="1"/>
          <p:nvPr/>
        </p:nvSpPr>
        <p:spPr>
          <a:xfrm>
            <a:off x="4923816" y="2430946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주인공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5AFCD214-B10D-4B3F-8D0B-163300A3C7C4}"/>
              </a:ext>
            </a:extLst>
          </p:cNvPr>
          <p:cNvCxnSpPr/>
          <p:nvPr/>
        </p:nvCxnSpPr>
        <p:spPr>
          <a:xfrm flipH="1">
            <a:off x="5513340" y="2733974"/>
            <a:ext cx="990600" cy="110593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9BCA53FE-6E05-4441-BE8C-DF6B1C69C0B2}"/>
              </a:ext>
            </a:extLst>
          </p:cNvPr>
          <p:cNvSpPr txBox="1"/>
          <p:nvPr/>
        </p:nvSpPr>
        <p:spPr>
          <a:xfrm>
            <a:off x="5851531" y="394243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죽음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9FC9581-B04A-4C06-AF6B-C6D8CD0E44DB}"/>
              </a:ext>
            </a:extLst>
          </p:cNvPr>
          <p:cNvSpPr txBox="1"/>
          <p:nvPr/>
        </p:nvSpPr>
        <p:spPr>
          <a:xfrm>
            <a:off x="4167034" y="3918520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죽음</a:t>
            </a:r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96526835-1B11-401B-837B-1BEE3D73ECCC}"/>
              </a:ext>
            </a:extLst>
          </p:cNvPr>
          <p:cNvCxnSpPr/>
          <p:nvPr/>
        </p:nvCxnSpPr>
        <p:spPr>
          <a:xfrm flipH="1">
            <a:off x="3862180" y="2756977"/>
            <a:ext cx="990600" cy="110593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Google Shape;107;p3">
            <a:extLst>
              <a:ext uri="{FF2B5EF4-FFF2-40B4-BE49-F238E27FC236}">
                <a16:creationId xmlns:a16="http://schemas.microsoft.com/office/drawing/2014/main" id="{251B6D92-1914-41AC-AE5B-B1FB08283FCE}"/>
              </a:ext>
            </a:extLst>
          </p:cNvPr>
          <p:cNvSpPr/>
          <p:nvPr/>
        </p:nvSpPr>
        <p:spPr>
          <a:xfrm>
            <a:off x="7334364" y="2738723"/>
            <a:ext cx="611659" cy="1025611"/>
          </a:xfrm>
          <a:prstGeom prst="ellipse">
            <a:avLst/>
          </a:prstGeom>
          <a:solidFill>
            <a:schemeClr val="accent3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838D817-D41C-45B1-84E6-363EBE1FAB9D}"/>
              </a:ext>
            </a:extLst>
          </p:cNvPr>
          <p:cNvSpPr txBox="1"/>
          <p:nvPr/>
        </p:nvSpPr>
        <p:spPr>
          <a:xfrm>
            <a:off x="7188787" y="2449200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최종보스</a:t>
            </a:r>
          </a:p>
        </p:txBody>
      </p:sp>
      <p:cxnSp>
        <p:nvCxnSpPr>
          <p:cNvPr id="28" name="Google Shape;302;p13">
            <a:extLst>
              <a:ext uri="{FF2B5EF4-FFF2-40B4-BE49-F238E27FC236}">
                <a16:creationId xmlns:a16="http://schemas.microsoft.com/office/drawing/2014/main" id="{EA017277-C9C4-4357-9D68-882B6D6EBF47}"/>
              </a:ext>
            </a:extLst>
          </p:cNvPr>
          <p:cNvCxnSpPr/>
          <p:nvPr/>
        </p:nvCxnSpPr>
        <p:spPr>
          <a:xfrm>
            <a:off x="8346992" y="3251528"/>
            <a:ext cx="469557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EC132D79-3286-4BC8-9030-C2F9966B5427}"/>
              </a:ext>
            </a:extLst>
          </p:cNvPr>
          <p:cNvSpPr txBox="1"/>
          <p:nvPr/>
        </p:nvSpPr>
        <p:spPr>
          <a:xfrm>
            <a:off x="8272810" y="2892907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윤회</a:t>
            </a:r>
          </a:p>
        </p:txBody>
      </p:sp>
      <p:sp>
        <p:nvSpPr>
          <p:cNvPr id="30" name="Google Shape;107;p3">
            <a:extLst>
              <a:ext uri="{FF2B5EF4-FFF2-40B4-BE49-F238E27FC236}">
                <a16:creationId xmlns:a16="http://schemas.microsoft.com/office/drawing/2014/main" id="{03B65DB4-45D5-48A3-92A9-C2715AA7552B}"/>
              </a:ext>
            </a:extLst>
          </p:cNvPr>
          <p:cNvSpPr/>
          <p:nvPr/>
        </p:nvSpPr>
        <p:spPr>
          <a:xfrm>
            <a:off x="9957612" y="2837298"/>
            <a:ext cx="611659" cy="1025611"/>
          </a:xfrm>
          <a:prstGeom prst="ellipse">
            <a:avLst/>
          </a:prstGeom>
          <a:solidFill>
            <a:srgbClr val="FF000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1" name="Google Shape;107;p3">
            <a:extLst>
              <a:ext uri="{FF2B5EF4-FFF2-40B4-BE49-F238E27FC236}">
                <a16:creationId xmlns:a16="http://schemas.microsoft.com/office/drawing/2014/main" id="{6E60BE72-53C3-4DCD-9EE3-7E05C4AB57C1}"/>
              </a:ext>
            </a:extLst>
          </p:cNvPr>
          <p:cNvSpPr/>
          <p:nvPr/>
        </p:nvSpPr>
        <p:spPr>
          <a:xfrm>
            <a:off x="10754980" y="2837296"/>
            <a:ext cx="611659" cy="1025611"/>
          </a:xfrm>
          <a:prstGeom prst="ellipse">
            <a:avLst/>
          </a:prstGeom>
          <a:solidFill>
            <a:schemeClr val="accent6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2" name="Google Shape;107;p3">
            <a:extLst>
              <a:ext uri="{FF2B5EF4-FFF2-40B4-BE49-F238E27FC236}">
                <a16:creationId xmlns:a16="http://schemas.microsoft.com/office/drawing/2014/main" id="{3916E27F-512D-4CB6-B3A8-3FBABC31D636}"/>
              </a:ext>
            </a:extLst>
          </p:cNvPr>
          <p:cNvSpPr/>
          <p:nvPr/>
        </p:nvSpPr>
        <p:spPr>
          <a:xfrm>
            <a:off x="9160244" y="2837297"/>
            <a:ext cx="611659" cy="1025611"/>
          </a:xfrm>
          <a:prstGeom prst="ellipse">
            <a:avLst/>
          </a:prstGeom>
          <a:solidFill>
            <a:schemeClr val="accent6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D8C4183-D43D-462F-A9FE-494809DE2834}"/>
              </a:ext>
            </a:extLst>
          </p:cNvPr>
          <p:cNvSpPr txBox="1"/>
          <p:nvPr/>
        </p:nvSpPr>
        <p:spPr>
          <a:xfrm>
            <a:off x="9119665" y="2529518"/>
            <a:ext cx="6928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아군 </a:t>
            </a:r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66E1EF3-C46D-419B-8F18-D7FDE71D95B0}"/>
              </a:ext>
            </a:extLst>
          </p:cNvPr>
          <p:cNvSpPr txBox="1"/>
          <p:nvPr/>
        </p:nvSpPr>
        <p:spPr>
          <a:xfrm>
            <a:off x="10754980" y="2529519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조력자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CE371D4-858E-4BBE-85A3-18F3CD889397}"/>
              </a:ext>
            </a:extLst>
          </p:cNvPr>
          <p:cNvSpPr txBox="1"/>
          <p:nvPr/>
        </p:nvSpPr>
        <p:spPr>
          <a:xfrm>
            <a:off x="9917032" y="2529518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주인공</a:t>
            </a:r>
          </a:p>
        </p:txBody>
      </p:sp>
    </p:spTree>
    <p:extLst>
      <p:ext uri="{BB962C8B-B14F-4D97-AF65-F5344CB8AC3E}">
        <p14:creationId xmlns:p14="http://schemas.microsoft.com/office/powerpoint/2010/main" val="28783309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ko-KR" dirty="0"/>
              <a:t>노드 시스템</a:t>
            </a:r>
            <a:endParaRPr dirty="0"/>
          </a:p>
        </p:txBody>
      </p:sp>
      <p:sp>
        <p:nvSpPr>
          <p:cNvPr id="297" name="Google Shape;297;p13"/>
          <p:cNvSpPr/>
          <p:nvPr/>
        </p:nvSpPr>
        <p:spPr>
          <a:xfrm>
            <a:off x="2694803" y="1567121"/>
            <a:ext cx="6585121" cy="2615641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98" name="Google Shape;298;p13"/>
          <p:cNvSpPr/>
          <p:nvPr/>
        </p:nvSpPr>
        <p:spPr>
          <a:xfrm>
            <a:off x="3756455" y="2706128"/>
            <a:ext cx="494270" cy="46955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99" name="Google Shape;299;p13"/>
          <p:cNvSpPr/>
          <p:nvPr/>
        </p:nvSpPr>
        <p:spPr>
          <a:xfrm>
            <a:off x="5139382" y="2706127"/>
            <a:ext cx="494270" cy="46955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0" name="Google Shape;300;p13"/>
          <p:cNvSpPr/>
          <p:nvPr/>
        </p:nvSpPr>
        <p:spPr>
          <a:xfrm>
            <a:off x="6522309" y="2706127"/>
            <a:ext cx="494270" cy="46955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1" name="Google Shape;301;p13"/>
          <p:cNvSpPr/>
          <p:nvPr/>
        </p:nvSpPr>
        <p:spPr>
          <a:xfrm>
            <a:off x="7905236" y="2706126"/>
            <a:ext cx="494270" cy="469557"/>
          </a:xfrm>
          <a:prstGeom prst="ellipse">
            <a:avLst/>
          </a:prstGeom>
          <a:solidFill>
            <a:srgbClr val="FF0000"/>
          </a:solidFill>
          <a:ln w="12700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5" name="Google Shape;305;p13"/>
          <p:cNvSpPr txBox="1"/>
          <p:nvPr/>
        </p:nvSpPr>
        <p:spPr>
          <a:xfrm>
            <a:off x="2196478" y="4228199"/>
            <a:ext cx="8268600" cy="1815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sym typeface="Malgun Gothic"/>
              </a:rPr>
              <a:t>게임은 최종 보스까지 </a:t>
            </a: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sym typeface="Malgun Gothic"/>
              </a:rPr>
              <a:t>4</a:t>
            </a: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sym typeface="Malgun Gothic"/>
              </a:rPr>
              <a:t>개의 스테이지로 이루어져 있다</a:t>
            </a: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sym typeface="Malgun Gothic"/>
              </a:rPr>
              <a:t>. </a:t>
            </a:r>
            <a:endParaRPr lang="en-US" altLang="ko-KR" sz="16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한 스테이지는</a:t>
            </a: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기본적으로</a:t>
            </a:r>
            <a:r>
              <a:rPr 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3개의 전투 노드와 1개의 보스 노드로 이루어진다. </a:t>
            </a:r>
            <a:endParaRPr lang="en-US" altLang="ko-KR" sz="16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sz="16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모든 스테이지의 첫 번째 노드는 전투 노드로 고정하고</a:t>
            </a: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, </a:t>
            </a: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네번째 노드</a:t>
            </a: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</a:t>
            </a: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스테이지의 마지막 노드</a:t>
            </a: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)</a:t>
            </a: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는 보스 노드로 고정한다</a:t>
            </a: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.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sz="16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모든 스테이지는 </a:t>
            </a: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개의 노드만 존재한다</a:t>
            </a: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. </a:t>
            </a:r>
          </a:p>
        </p:txBody>
      </p:sp>
      <p:sp>
        <p:nvSpPr>
          <p:cNvPr id="306" name="Google Shape;306;p13"/>
          <p:cNvSpPr txBox="1"/>
          <p:nvPr/>
        </p:nvSpPr>
        <p:spPr>
          <a:xfrm>
            <a:off x="7905236" y="2398349"/>
            <a:ext cx="54373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보스</a:t>
            </a:r>
            <a:endParaRPr/>
          </a:p>
        </p:txBody>
      </p:sp>
      <p:sp>
        <p:nvSpPr>
          <p:cNvPr id="307" name="Google Shape;307;p13"/>
          <p:cNvSpPr txBox="1"/>
          <p:nvPr/>
        </p:nvSpPr>
        <p:spPr>
          <a:xfrm>
            <a:off x="3706986" y="2409280"/>
            <a:ext cx="54373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전투</a:t>
            </a:r>
            <a:endParaRPr/>
          </a:p>
        </p:txBody>
      </p:sp>
      <p:sp>
        <p:nvSpPr>
          <p:cNvPr id="308" name="Google Shape;308;p13"/>
          <p:cNvSpPr txBox="1"/>
          <p:nvPr/>
        </p:nvSpPr>
        <p:spPr>
          <a:xfrm>
            <a:off x="5098195" y="2413172"/>
            <a:ext cx="54373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>
                <a:solidFill>
                  <a:schemeClr val="dk1"/>
                </a:solidFill>
                <a:latin typeface="Malgun Gothic"/>
                <a:ea typeface="Malgun Gothic"/>
                <a:sym typeface="Malgun Gothic"/>
              </a:rPr>
              <a:t>전투</a:t>
            </a:r>
            <a:endParaRPr dirty="0"/>
          </a:p>
        </p:txBody>
      </p:sp>
      <p:sp>
        <p:nvSpPr>
          <p:cNvPr id="309" name="Google Shape;309;p13"/>
          <p:cNvSpPr txBox="1"/>
          <p:nvPr/>
        </p:nvSpPr>
        <p:spPr>
          <a:xfrm>
            <a:off x="6501715" y="2420208"/>
            <a:ext cx="54373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전투</a:t>
            </a: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2799A27-A1DA-43AB-95B9-29EA2832A6C5}"/>
              </a:ext>
            </a:extLst>
          </p:cNvPr>
          <p:cNvSpPr txBox="1"/>
          <p:nvPr/>
        </p:nvSpPr>
        <p:spPr>
          <a:xfrm>
            <a:off x="2694803" y="1602386"/>
            <a:ext cx="10518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1 </a:t>
            </a:r>
            <a:r>
              <a:rPr lang="ko-KR" altLang="en-US" dirty="0"/>
              <a:t>스테이지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ko-KR"/>
              <a:t>전투 노드</a:t>
            </a:r>
            <a:endParaRPr/>
          </a:p>
        </p:txBody>
      </p:sp>
      <p:sp>
        <p:nvSpPr>
          <p:cNvPr id="315" name="Google Shape;315;p14"/>
          <p:cNvSpPr/>
          <p:nvPr/>
        </p:nvSpPr>
        <p:spPr>
          <a:xfrm>
            <a:off x="2694803" y="2234387"/>
            <a:ext cx="6585121" cy="2615641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16" name="Google Shape;316;p14"/>
          <p:cNvSpPr/>
          <p:nvPr/>
        </p:nvSpPr>
        <p:spPr>
          <a:xfrm>
            <a:off x="3756455" y="3373394"/>
            <a:ext cx="494270" cy="469557"/>
          </a:xfrm>
          <a:prstGeom prst="ellipse">
            <a:avLst/>
          </a:prstGeom>
          <a:solidFill>
            <a:schemeClr val="accent6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17" name="Google Shape;317;p14"/>
          <p:cNvSpPr/>
          <p:nvPr/>
        </p:nvSpPr>
        <p:spPr>
          <a:xfrm>
            <a:off x="5139382" y="3373393"/>
            <a:ext cx="494270" cy="46955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18" name="Google Shape;318;p14"/>
          <p:cNvSpPr/>
          <p:nvPr/>
        </p:nvSpPr>
        <p:spPr>
          <a:xfrm>
            <a:off x="6522309" y="3373393"/>
            <a:ext cx="494270" cy="46955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19" name="Google Shape;319;p14"/>
          <p:cNvSpPr/>
          <p:nvPr/>
        </p:nvSpPr>
        <p:spPr>
          <a:xfrm>
            <a:off x="7905236" y="3373392"/>
            <a:ext cx="494270" cy="469557"/>
          </a:xfrm>
          <a:prstGeom prst="ellipse">
            <a:avLst/>
          </a:prstGeom>
          <a:solidFill>
            <a:srgbClr val="FF0000"/>
          </a:solidFill>
          <a:ln w="12700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320" name="Google Shape;320;p14"/>
          <p:cNvCxnSpPr/>
          <p:nvPr/>
        </p:nvCxnSpPr>
        <p:spPr>
          <a:xfrm>
            <a:off x="4442254" y="3639065"/>
            <a:ext cx="469557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323" name="Google Shape;323;p14"/>
          <p:cNvSpPr txBox="1"/>
          <p:nvPr/>
        </p:nvSpPr>
        <p:spPr>
          <a:xfrm>
            <a:off x="7934111" y="2927960"/>
            <a:ext cx="543739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중간</a:t>
            </a:r>
            <a:endParaRPr lang="en-US" altLang="ko-KR" sz="14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보스</a:t>
            </a:r>
            <a:endParaRPr dirty="0"/>
          </a:p>
        </p:txBody>
      </p:sp>
      <p:sp>
        <p:nvSpPr>
          <p:cNvPr id="324" name="Google Shape;324;p14"/>
          <p:cNvSpPr txBox="1"/>
          <p:nvPr/>
        </p:nvSpPr>
        <p:spPr>
          <a:xfrm>
            <a:off x="2105009" y="5143514"/>
            <a:ext cx="6563015" cy="1384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altLang="en-US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각 스테이지가 시작할 때 보스의 종류가 정해지고 보스에 대한 힌트를 텍스트나 컷신으로 은유적으로 나타낸다</a:t>
            </a:r>
            <a:r>
              <a:rPr lang="en-US" altLang="ko-KR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.</a:t>
            </a:r>
            <a:endParaRPr lang="en-US" altLang="ko-KR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r>
              <a:rPr lang="ko-KR" altLang="ko-KR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전투 노드를 클리어 하면 증강을 받고</a:t>
            </a:r>
            <a:r>
              <a:rPr lang="en-US" altLang="ko-KR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altLang="en-US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다음 노드로 진행할 수 있다</a:t>
            </a:r>
            <a:r>
              <a:rPr lang="en-US" altLang="ko-KR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.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이때</a:t>
            </a:r>
            <a:r>
              <a:rPr lang="en-US" altLang="ko-KR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altLang="en-US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적은 확률로 사건 노드가 등장할 수 있다</a:t>
            </a:r>
            <a:r>
              <a:rPr lang="en-US" altLang="ko-KR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. </a:t>
            </a:r>
            <a:r>
              <a:rPr lang="ko-KR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endParaRPr sz="1100" dirty="0"/>
          </a:p>
        </p:txBody>
      </p:sp>
      <p:sp>
        <p:nvSpPr>
          <p:cNvPr id="325" name="Google Shape;325;p14"/>
          <p:cNvSpPr txBox="1"/>
          <p:nvPr/>
        </p:nvSpPr>
        <p:spPr>
          <a:xfrm>
            <a:off x="5098195" y="3080438"/>
            <a:ext cx="54373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전투</a:t>
            </a:r>
            <a:endParaRPr/>
          </a:p>
        </p:txBody>
      </p:sp>
      <p:sp>
        <p:nvSpPr>
          <p:cNvPr id="326" name="Google Shape;326;p14"/>
          <p:cNvSpPr txBox="1"/>
          <p:nvPr/>
        </p:nvSpPr>
        <p:spPr>
          <a:xfrm>
            <a:off x="6501715" y="3087474"/>
            <a:ext cx="54373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전투</a:t>
            </a:r>
            <a:endParaRPr/>
          </a:p>
        </p:txBody>
      </p:sp>
      <p:sp>
        <p:nvSpPr>
          <p:cNvPr id="327" name="Google Shape;327;p14"/>
          <p:cNvSpPr txBox="1"/>
          <p:nvPr/>
        </p:nvSpPr>
        <p:spPr>
          <a:xfrm>
            <a:off x="3620438" y="3080437"/>
            <a:ext cx="72327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클리어</a:t>
            </a:r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4DABDE0-7F8F-4F1D-98E8-242C17ADCD5A}"/>
              </a:ext>
            </a:extLst>
          </p:cNvPr>
          <p:cNvSpPr txBox="1"/>
          <p:nvPr/>
        </p:nvSpPr>
        <p:spPr>
          <a:xfrm>
            <a:off x="2694803" y="2269652"/>
            <a:ext cx="10518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 </a:t>
            </a:r>
            <a:r>
              <a:rPr lang="ko-KR" altLang="en-US" dirty="0"/>
              <a:t>스테이지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ko-KR"/>
              <a:t>사건 노드</a:t>
            </a:r>
            <a:endParaRPr/>
          </a:p>
        </p:txBody>
      </p:sp>
      <p:sp>
        <p:nvSpPr>
          <p:cNvPr id="333" name="Google Shape;333;p15"/>
          <p:cNvSpPr txBox="1"/>
          <p:nvPr/>
        </p:nvSpPr>
        <p:spPr>
          <a:xfrm>
            <a:off x="2298483" y="5113040"/>
            <a:ext cx="7595034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낮은 확률로 사건 노드</a:t>
            </a:r>
            <a:r>
              <a:rPr lang="en-US" altLang="ko-KR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, </a:t>
            </a:r>
            <a:r>
              <a:rPr lang="ko-KR" altLang="en-US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혹은 특별한 사건 노드가 나타났을 때 </a:t>
            </a:r>
            <a:r>
              <a:rPr lang="ko-KR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플레이어가 </a:t>
            </a:r>
            <a:r>
              <a:rPr lang="ko-KR" altLang="en-US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사건 </a:t>
            </a:r>
            <a:r>
              <a:rPr lang="ko-KR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노드</a:t>
            </a:r>
            <a:r>
              <a:rPr lang="ko-KR" altLang="en-US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로 향할지 전투 노드로 향할지</a:t>
            </a:r>
            <a:r>
              <a:rPr lang="ko-KR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선택할 수 있다. </a:t>
            </a:r>
            <a:endParaRPr lang="en-US" altLang="ko-KR" sz="18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sz="18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sz="18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34" name="Google Shape;334;p15"/>
          <p:cNvSpPr/>
          <p:nvPr/>
        </p:nvSpPr>
        <p:spPr>
          <a:xfrm>
            <a:off x="369641" y="2234387"/>
            <a:ext cx="4947883" cy="2615641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35" name="Google Shape;335;p15"/>
          <p:cNvSpPr/>
          <p:nvPr/>
        </p:nvSpPr>
        <p:spPr>
          <a:xfrm>
            <a:off x="518980" y="3039762"/>
            <a:ext cx="494270" cy="469557"/>
          </a:xfrm>
          <a:prstGeom prst="ellipse">
            <a:avLst/>
          </a:prstGeom>
          <a:solidFill>
            <a:schemeClr val="accent6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36" name="Google Shape;336;p15"/>
          <p:cNvSpPr/>
          <p:nvPr/>
        </p:nvSpPr>
        <p:spPr>
          <a:xfrm>
            <a:off x="1901907" y="3039761"/>
            <a:ext cx="494270" cy="46955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37" name="Google Shape;337;p15"/>
          <p:cNvSpPr/>
          <p:nvPr/>
        </p:nvSpPr>
        <p:spPr>
          <a:xfrm>
            <a:off x="3284834" y="3039761"/>
            <a:ext cx="494270" cy="46955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38" name="Google Shape;338;p15"/>
          <p:cNvSpPr/>
          <p:nvPr/>
        </p:nvSpPr>
        <p:spPr>
          <a:xfrm>
            <a:off x="4667761" y="3039760"/>
            <a:ext cx="494270" cy="469557"/>
          </a:xfrm>
          <a:prstGeom prst="ellipse">
            <a:avLst/>
          </a:prstGeom>
          <a:solidFill>
            <a:srgbClr val="7030A0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42" name="Google Shape;342;p15"/>
          <p:cNvSpPr txBox="1"/>
          <p:nvPr/>
        </p:nvSpPr>
        <p:spPr>
          <a:xfrm>
            <a:off x="4643026" y="2617094"/>
            <a:ext cx="543739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중간</a:t>
            </a:r>
            <a:endParaRPr lang="en-US" altLang="ko-KR" sz="14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보스</a:t>
            </a:r>
            <a:endParaRPr dirty="0"/>
          </a:p>
        </p:txBody>
      </p:sp>
      <p:sp>
        <p:nvSpPr>
          <p:cNvPr id="343" name="Google Shape;343;p15"/>
          <p:cNvSpPr txBox="1"/>
          <p:nvPr/>
        </p:nvSpPr>
        <p:spPr>
          <a:xfrm>
            <a:off x="1860720" y="2746806"/>
            <a:ext cx="54373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전투</a:t>
            </a:r>
            <a:endParaRPr/>
          </a:p>
        </p:txBody>
      </p:sp>
      <p:sp>
        <p:nvSpPr>
          <p:cNvPr id="344" name="Google Shape;344;p15"/>
          <p:cNvSpPr txBox="1"/>
          <p:nvPr/>
        </p:nvSpPr>
        <p:spPr>
          <a:xfrm>
            <a:off x="3264240" y="2753842"/>
            <a:ext cx="54373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전투</a:t>
            </a:r>
            <a:endParaRPr/>
          </a:p>
        </p:txBody>
      </p:sp>
      <p:sp>
        <p:nvSpPr>
          <p:cNvPr id="345" name="Google Shape;345;p15"/>
          <p:cNvSpPr txBox="1"/>
          <p:nvPr/>
        </p:nvSpPr>
        <p:spPr>
          <a:xfrm>
            <a:off x="382963" y="2746805"/>
            <a:ext cx="72327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클리어</a:t>
            </a:r>
            <a:endParaRPr/>
          </a:p>
        </p:txBody>
      </p:sp>
      <p:cxnSp>
        <p:nvCxnSpPr>
          <p:cNvPr id="346" name="Google Shape;346;p15"/>
          <p:cNvCxnSpPr/>
          <p:nvPr/>
        </p:nvCxnSpPr>
        <p:spPr>
          <a:xfrm>
            <a:off x="1204779" y="3509317"/>
            <a:ext cx="493243" cy="407775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347" name="Google Shape;347;p15"/>
          <p:cNvSpPr/>
          <p:nvPr/>
        </p:nvSpPr>
        <p:spPr>
          <a:xfrm>
            <a:off x="1885454" y="3822885"/>
            <a:ext cx="494270" cy="469557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48" name="Google Shape;348;p15"/>
          <p:cNvSpPr txBox="1"/>
          <p:nvPr/>
        </p:nvSpPr>
        <p:spPr>
          <a:xfrm>
            <a:off x="1877172" y="4250531"/>
            <a:ext cx="54373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사건</a:t>
            </a:r>
            <a:endParaRPr sz="1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" name="Google Shape;334;p15">
            <a:extLst>
              <a:ext uri="{FF2B5EF4-FFF2-40B4-BE49-F238E27FC236}">
                <a16:creationId xmlns:a16="http://schemas.microsoft.com/office/drawing/2014/main" id="{49ECCDD1-F46F-4137-94CA-687D833F582E}"/>
              </a:ext>
            </a:extLst>
          </p:cNvPr>
          <p:cNvSpPr/>
          <p:nvPr/>
        </p:nvSpPr>
        <p:spPr>
          <a:xfrm>
            <a:off x="6803388" y="2234387"/>
            <a:ext cx="4947883" cy="2615641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1" name="Google Shape;335;p15">
            <a:extLst>
              <a:ext uri="{FF2B5EF4-FFF2-40B4-BE49-F238E27FC236}">
                <a16:creationId xmlns:a16="http://schemas.microsoft.com/office/drawing/2014/main" id="{8F3D5A41-4C68-4022-A7C2-ED999954E486}"/>
              </a:ext>
            </a:extLst>
          </p:cNvPr>
          <p:cNvSpPr/>
          <p:nvPr/>
        </p:nvSpPr>
        <p:spPr>
          <a:xfrm>
            <a:off x="6979544" y="3039762"/>
            <a:ext cx="494270" cy="469557"/>
          </a:xfrm>
          <a:prstGeom prst="ellipse">
            <a:avLst/>
          </a:prstGeom>
          <a:solidFill>
            <a:schemeClr val="accent6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" name="Google Shape;336;p15">
            <a:extLst>
              <a:ext uri="{FF2B5EF4-FFF2-40B4-BE49-F238E27FC236}">
                <a16:creationId xmlns:a16="http://schemas.microsoft.com/office/drawing/2014/main" id="{09474F0A-2B8E-4A4D-AEA3-7222575F1058}"/>
              </a:ext>
            </a:extLst>
          </p:cNvPr>
          <p:cNvSpPr/>
          <p:nvPr/>
        </p:nvSpPr>
        <p:spPr>
          <a:xfrm>
            <a:off x="8362471" y="3039761"/>
            <a:ext cx="494270" cy="46955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3" name="Google Shape;337;p15">
            <a:extLst>
              <a:ext uri="{FF2B5EF4-FFF2-40B4-BE49-F238E27FC236}">
                <a16:creationId xmlns:a16="http://schemas.microsoft.com/office/drawing/2014/main" id="{95F5A43B-0CEC-4CA3-8FBC-999D1D8EF745}"/>
              </a:ext>
            </a:extLst>
          </p:cNvPr>
          <p:cNvSpPr/>
          <p:nvPr/>
        </p:nvSpPr>
        <p:spPr>
          <a:xfrm>
            <a:off x="9745398" y="3039761"/>
            <a:ext cx="494270" cy="46955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4" name="Google Shape;338;p15">
            <a:extLst>
              <a:ext uri="{FF2B5EF4-FFF2-40B4-BE49-F238E27FC236}">
                <a16:creationId xmlns:a16="http://schemas.microsoft.com/office/drawing/2014/main" id="{8B3C6F22-B22D-4801-93CF-8039A0CE1CDB}"/>
              </a:ext>
            </a:extLst>
          </p:cNvPr>
          <p:cNvSpPr/>
          <p:nvPr/>
        </p:nvSpPr>
        <p:spPr>
          <a:xfrm>
            <a:off x="11128325" y="3039760"/>
            <a:ext cx="494270" cy="469557"/>
          </a:xfrm>
          <a:prstGeom prst="ellipse">
            <a:avLst/>
          </a:prstGeom>
          <a:solidFill>
            <a:srgbClr val="7030A0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8" name="Google Shape;342;p15">
            <a:extLst>
              <a:ext uri="{FF2B5EF4-FFF2-40B4-BE49-F238E27FC236}">
                <a16:creationId xmlns:a16="http://schemas.microsoft.com/office/drawing/2014/main" id="{406C7792-CA26-4E33-AAD0-7C1655FAB766}"/>
              </a:ext>
            </a:extLst>
          </p:cNvPr>
          <p:cNvSpPr txBox="1"/>
          <p:nvPr/>
        </p:nvSpPr>
        <p:spPr>
          <a:xfrm>
            <a:off x="11120145" y="2617094"/>
            <a:ext cx="543739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중간</a:t>
            </a:r>
            <a:endParaRPr lang="en-US" altLang="ko-KR" sz="14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보스</a:t>
            </a:r>
            <a:endParaRPr dirty="0"/>
          </a:p>
        </p:txBody>
      </p:sp>
      <p:sp>
        <p:nvSpPr>
          <p:cNvPr id="29" name="Google Shape;343;p15">
            <a:extLst>
              <a:ext uri="{FF2B5EF4-FFF2-40B4-BE49-F238E27FC236}">
                <a16:creationId xmlns:a16="http://schemas.microsoft.com/office/drawing/2014/main" id="{44EE4EE8-355C-4C54-B5C7-30C7D8F8AE1C}"/>
              </a:ext>
            </a:extLst>
          </p:cNvPr>
          <p:cNvSpPr txBox="1"/>
          <p:nvPr/>
        </p:nvSpPr>
        <p:spPr>
          <a:xfrm>
            <a:off x="8321284" y="2746806"/>
            <a:ext cx="54373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전투</a:t>
            </a:r>
            <a:endParaRPr/>
          </a:p>
        </p:txBody>
      </p:sp>
      <p:sp>
        <p:nvSpPr>
          <p:cNvPr id="30" name="Google Shape;344;p15">
            <a:extLst>
              <a:ext uri="{FF2B5EF4-FFF2-40B4-BE49-F238E27FC236}">
                <a16:creationId xmlns:a16="http://schemas.microsoft.com/office/drawing/2014/main" id="{587991CA-74DF-42D7-BF82-91E03D780434}"/>
              </a:ext>
            </a:extLst>
          </p:cNvPr>
          <p:cNvSpPr txBox="1"/>
          <p:nvPr/>
        </p:nvSpPr>
        <p:spPr>
          <a:xfrm>
            <a:off x="9724804" y="2753842"/>
            <a:ext cx="54373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전투</a:t>
            </a:r>
            <a:endParaRPr/>
          </a:p>
        </p:txBody>
      </p:sp>
      <p:sp>
        <p:nvSpPr>
          <p:cNvPr id="31" name="Google Shape;345;p15">
            <a:extLst>
              <a:ext uri="{FF2B5EF4-FFF2-40B4-BE49-F238E27FC236}">
                <a16:creationId xmlns:a16="http://schemas.microsoft.com/office/drawing/2014/main" id="{F420D179-1269-4E0C-BD54-68440CC84F86}"/>
              </a:ext>
            </a:extLst>
          </p:cNvPr>
          <p:cNvSpPr txBox="1"/>
          <p:nvPr/>
        </p:nvSpPr>
        <p:spPr>
          <a:xfrm>
            <a:off x="6843527" y="2746805"/>
            <a:ext cx="72327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클리어</a:t>
            </a:r>
            <a:endParaRPr/>
          </a:p>
        </p:txBody>
      </p:sp>
      <p:cxnSp>
        <p:nvCxnSpPr>
          <p:cNvPr id="32" name="Google Shape;346;p15">
            <a:extLst>
              <a:ext uri="{FF2B5EF4-FFF2-40B4-BE49-F238E27FC236}">
                <a16:creationId xmlns:a16="http://schemas.microsoft.com/office/drawing/2014/main" id="{EB5E58C0-E9F0-4FEA-A430-6E52A0C205E5}"/>
              </a:ext>
            </a:extLst>
          </p:cNvPr>
          <p:cNvCxnSpPr/>
          <p:nvPr/>
        </p:nvCxnSpPr>
        <p:spPr>
          <a:xfrm>
            <a:off x="7665343" y="3509317"/>
            <a:ext cx="493243" cy="407775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33" name="Google Shape;347;p15">
            <a:extLst>
              <a:ext uri="{FF2B5EF4-FFF2-40B4-BE49-F238E27FC236}">
                <a16:creationId xmlns:a16="http://schemas.microsoft.com/office/drawing/2014/main" id="{8A856B07-9E0B-4AC9-89C7-CEF5EFFBB059}"/>
              </a:ext>
            </a:extLst>
          </p:cNvPr>
          <p:cNvSpPr/>
          <p:nvPr/>
        </p:nvSpPr>
        <p:spPr>
          <a:xfrm>
            <a:off x="8346018" y="3822885"/>
            <a:ext cx="494270" cy="469557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4" name="Google Shape;348;p15">
            <a:extLst>
              <a:ext uri="{FF2B5EF4-FFF2-40B4-BE49-F238E27FC236}">
                <a16:creationId xmlns:a16="http://schemas.microsoft.com/office/drawing/2014/main" id="{3CFA5EDD-5372-4F89-8307-BBDE3093EEF6}"/>
              </a:ext>
            </a:extLst>
          </p:cNvPr>
          <p:cNvSpPr txBox="1"/>
          <p:nvPr/>
        </p:nvSpPr>
        <p:spPr>
          <a:xfrm>
            <a:off x="8337736" y="4250531"/>
            <a:ext cx="54373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사건</a:t>
            </a:r>
            <a:endParaRPr sz="1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35" name="Google Shape;339;p15">
            <a:extLst>
              <a:ext uri="{FF2B5EF4-FFF2-40B4-BE49-F238E27FC236}">
                <a16:creationId xmlns:a16="http://schemas.microsoft.com/office/drawing/2014/main" id="{27375BD1-929B-457F-A120-733E4351FB20}"/>
              </a:ext>
            </a:extLst>
          </p:cNvPr>
          <p:cNvCxnSpPr/>
          <p:nvPr/>
        </p:nvCxnSpPr>
        <p:spPr>
          <a:xfrm>
            <a:off x="5809768" y="3509317"/>
            <a:ext cx="469557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EB0ED6EF-65E2-45E8-9249-DF3B356605B4}"/>
              </a:ext>
            </a:extLst>
          </p:cNvPr>
          <p:cNvSpPr txBox="1"/>
          <p:nvPr/>
        </p:nvSpPr>
        <p:spPr>
          <a:xfrm>
            <a:off x="5548256" y="3149485"/>
            <a:ext cx="9525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노드</a:t>
            </a:r>
            <a:r>
              <a:rPr lang="en-US" altLang="ko-KR" dirty="0"/>
              <a:t> </a:t>
            </a:r>
            <a:r>
              <a:rPr lang="ko-KR" altLang="en-US" dirty="0"/>
              <a:t>완료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D041A14-7B29-4854-B0E8-41D6E383CDD6}"/>
              </a:ext>
            </a:extLst>
          </p:cNvPr>
          <p:cNvSpPr txBox="1"/>
          <p:nvPr/>
        </p:nvSpPr>
        <p:spPr>
          <a:xfrm>
            <a:off x="1779027" y="1893175"/>
            <a:ext cx="21291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사건 </a:t>
            </a:r>
            <a:r>
              <a:rPr lang="ko-KR" altLang="en-US"/>
              <a:t>노드를 선택한 상황</a:t>
            </a:r>
            <a:endParaRPr lang="ko-KR" altLang="en-US" dirty="0"/>
          </a:p>
        </p:txBody>
      </p:sp>
      <p:cxnSp>
        <p:nvCxnSpPr>
          <p:cNvPr id="39" name="Google Shape;346;p15">
            <a:extLst>
              <a:ext uri="{FF2B5EF4-FFF2-40B4-BE49-F238E27FC236}">
                <a16:creationId xmlns:a16="http://schemas.microsoft.com/office/drawing/2014/main" id="{3AE61685-78A3-4A99-B38F-9BDB706E0A66}"/>
              </a:ext>
            </a:extLst>
          </p:cNvPr>
          <p:cNvCxnSpPr>
            <a:cxnSpLocks/>
          </p:cNvCxnSpPr>
          <p:nvPr/>
        </p:nvCxnSpPr>
        <p:spPr>
          <a:xfrm flipV="1">
            <a:off x="9148094" y="3663778"/>
            <a:ext cx="597304" cy="353316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3D3F095B-E6EA-48CF-BF02-1EEA152C83B8}"/>
              </a:ext>
            </a:extLst>
          </p:cNvPr>
          <p:cNvSpPr txBox="1"/>
          <p:nvPr/>
        </p:nvSpPr>
        <p:spPr>
          <a:xfrm>
            <a:off x="330507" y="2234387"/>
            <a:ext cx="10518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 </a:t>
            </a:r>
            <a:r>
              <a:rPr lang="ko-KR" altLang="en-US" dirty="0"/>
              <a:t>스테이지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3D09D45-71D3-4A96-A8B1-6BB1302D07F4}"/>
              </a:ext>
            </a:extLst>
          </p:cNvPr>
          <p:cNvSpPr txBox="1"/>
          <p:nvPr/>
        </p:nvSpPr>
        <p:spPr>
          <a:xfrm>
            <a:off x="6803388" y="2248802"/>
            <a:ext cx="10518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 </a:t>
            </a:r>
            <a:r>
              <a:rPr lang="ko-KR" altLang="en-US" dirty="0"/>
              <a:t>스테이지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ko-KR"/>
              <a:t>사건 노드</a:t>
            </a:r>
            <a:endParaRPr/>
          </a:p>
        </p:txBody>
      </p:sp>
      <p:sp>
        <p:nvSpPr>
          <p:cNvPr id="333" name="Google Shape;333;p15"/>
          <p:cNvSpPr txBox="1"/>
          <p:nvPr/>
        </p:nvSpPr>
        <p:spPr>
          <a:xfrm>
            <a:off x="2298483" y="5093589"/>
            <a:ext cx="7595034" cy="1477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사건 노드를 선택해 완료한 상황에서도 사건 노드 선택지가 또 등장할 수 있다</a:t>
            </a:r>
            <a:r>
              <a:rPr lang="en-US" altLang="ko-KR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.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sz="18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노드를 완료할 때마다 사건 노드가 등장할 확률은 전 노드의 종류에 간섭 받지 않고 항상 동일하다</a:t>
            </a:r>
            <a:r>
              <a:rPr lang="en-US" altLang="ko-KR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. </a:t>
            </a:r>
          </a:p>
        </p:txBody>
      </p:sp>
      <p:sp>
        <p:nvSpPr>
          <p:cNvPr id="334" name="Google Shape;334;p15"/>
          <p:cNvSpPr/>
          <p:nvPr/>
        </p:nvSpPr>
        <p:spPr>
          <a:xfrm>
            <a:off x="369641" y="2234387"/>
            <a:ext cx="4947883" cy="2615641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35" name="Google Shape;335;p15"/>
          <p:cNvSpPr/>
          <p:nvPr/>
        </p:nvSpPr>
        <p:spPr>
          <a:xfrm>
            <a:off x="518980" y="3039762"/>
            <a:ext cx="494270" cy="469557"/>
          </a:xfrm>
          <a:prstGeom prst="ellipse">
            <a:avLst/>
          </a:prstGeom>
          <a:solidFill>
            <a:schemeClr val="accent6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36" name="Google Shape;336;p15"/>
          <p:cNvSpPr/>
          <p:nvPr/>
        </p:nvSpPr>
        <p:spPr>
          <a:xfrm>
            <a:off x="1901907" y="3039761"/>
            <a:ext cx="494270" cy="46955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37" name="Google Shape;337;p15"/>
          <p:cNvSpPr/>
          <p:nvPr/>
        </p:nvSpPr>
        <p:spPr>
          <a:xfrm>
            <a:off x="3284834" y="3039761"/>
            <a:ext cx="494270" cy="46955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38" name="Google Shape;338;p15"/>
          <p:cNvSpPr/>
          <p:nvPr/>
        </p:nvSpPr>
        <p:spPr>
          <a:xfrm>
            <a:off x="4667761" y="3039760"/>
            <a:ext cx="494270" cy="469557"/>
          </a:xfrm>
          <a:prstGeom prst="ellipse">
            <a:avLst/>
          </a:prstGeom>
          <a:solidFill>
            <a:srgbClr val="7030A0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42" name="Google Shape;342;p15"/>
          <p:cNvSpPr txBox="1"/>
          <p:nvPr/>
        </p:nvSpPr>
        <p:spPr>
          <a:xfrm>
            <a:off x="4638885" y="2607368"/>
            <a:ext cx="543739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중간</a:t>
            </a:r>
            <a:endParaRPr lang="en-US" altLang="ko-KR" sz="14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보스</a:t>
            </a:r>
            <a:endParaRPr dirty="0"/>
          </a:p>
        </p:txBody>
      </p:sp>
      <p:sp>
        <p:nvSpPr>
          <p:cNvPr id="343" name="Google Shape;343;p15"/>
          <p:cNvSpPr txBox="1"/>
          <p:nvPr/>
        </p:nvSpPr>
        <p:spPr>
          <a:xfrm>
            <a:off x="1860720" y="2746806"/>
            <a:ext cx="54373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전투</a:t>
            </a:r>
            <a:endParaRPr/>
          </a:p>
        </p:txBody>
      </p:sp>
      <p:sp>
        <p:nvSpPr>
          <p:cNvPr id="344" name="Google Shape;344;p15"/>
          <p:cNvSpPr txBox="1"/>
          <p:nvPr/>
        </p:nvSpPr>
        <p:spPr>
          <a:xfrm>
            <a:off x="3264240" y="2753842"/>
            <a:ext cx="54373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전투</a:t>
            </a:r>
            <a:endParaRPr/>
          </a:p>
        </p:txBody>
      </p:sp>
      <p:sp>
        <p:nvSpPr>
          <p:cNvPr id="345" name="Google Shape;345;p15"/>
          <p:cNvSpPr txBox="1"/>
          <p:nvPr/>
        </p:nvSpPr>
        <p:spPr>
          <a:xfrm>
            <a:off x="382963" y="2746805"/>
            <a:ext cx="72327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클리어</a:t>
            </a:r>
            <a:endParaRPr/>
          </a:p>
        </p:txBody>
      </p:sp>
      <p:cxnSp>
        <p:nvCxnSpPr>
          <p:cNvPr id="346" name="Google Shape;346;p15"/>
          <p:cNvCxnSpPr/>
          <p:nvPr/>
        </p:nvCxnSpPr>
        <p:spPr>
          <a:xfrm>
            <a:off x="1204779" y="3509317"/>
            <a:ext cx="493243" cy="407775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347" name="Google Shape;347;p15"/>
          <p:cNvSpPr/>
          <p:nvPr/>
        </p:nvSpPr>
        <p:spPr>
          <a:xfrm>
            <a:off x="1885454" y="3822885"/>
            <a:ext cx="494270" cy="469557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48" name="Google Shape;348;p15"/>
          <p:cNvSpPr txBox="1"/>
          <p:nvPr/>
        </p:nvSpPr>
        <p:spPr>
          <a:xfrm>
            <a:off x="1877172" y="4250531"/>
            <a:ext cx="54373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사건</a:t>
            </a:r>
            <a:endParaRPr sz="1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" name="Google Shape;334;p15">
            <a:extLst>
              <a:ext uri="{FF2B5EF4-FFF2-40B4-BE49-F238E27FC236}">
                <a16:creationId xmlns:a16="http://schemas.microsoft.com/office/drawing/2014/main" id="{49ECCDD1-F46F-4137-94CA-687D833F582E}"/>
              </a:ext>
            </a:extLst>
          </p:cNvPr>
          <p:cNvSpPr/>
          <p:nvPr/>
        </p:nvSpPr>
        <p:spPr>
          <a:xfrm>
            <a:off x="6803388" y="2234387"/>
            <a:ext cx="4947883" cy="2615641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1" name="Google Shape;335;p15">
            <a:extLst>
              <a:ext uri="{FF2B5EF4-FFF2-40B4-BE49-F238E27FC236}">
                <a16:creationId xmlns:a16="http://schemas.microsoft.com/office/drawing/2014/main" id="{8F3D5A41-4C68-4022-A7C2-ED999954E486}"/>
              </a:ext>
            </a:extLst>
          </p:cNvPr>
          <p:cNvSpPr/>
          <p:nvPr/>
        </p:nvSpPr>
        <p:spPr>
          <a:xfrm>
            <a:off x="6979544" y="3039762"/>
            <a:ext cx="494270" cy="469557"/>
          </a:xfrm>
          <a:prstGeom prst="ellipse">
            <a:avLst/>
          </a:prstGeom>
          <a:solidFill>
            <a:schemeClr val="accent6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" name="Google Shape;336;p15">
            <a:extLst>
              <a:ext uri="{FF2B5EF4-FFF2-40B4-BE49-F238E27FC236}">
                <a16:creationId xmlns:a16="http://schemas.microsoft.com/office/drawing/2014/main" id="{09474F0A-2B8E-4A4D-AEA3-7222575F1058}"/>
              </a:ext>
            </a:extLst>
          </p:cNvPr>
          <p:cNvSpPr/>
          <p:nvPr/>
        </p:nvSpPr>
        <p:spPr>
          <a:xfrm>
            <a:off x="8362471" y="3039761"/>
            <a:ext cx="494270" cy="46955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3" name="Google Shape;337;p15">
            <a:extLst>
              <a:ext uri="{FF2B5EF4-FFF2-40B4-BE49-F238E27FC236}">
                <a16:creationId xmlns:a16="http://schemas.microsoft.com/office/drawing/2014/main" id="{95F5A43B-0CEC-4CA3-8FBC-999D1D8EF745}"/>
              </a:ext>
            </a:extLst>
          </p:cNvPr>
          <p:cNvSpPr/>
          <p:nvPr/>
        </p:nvSpPr>
        <p:spPr>
          <a:xfrm>
            <a:off x="9745398" y="3039761"/>
            <a:ext cx="494270" cy="46955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4" name="Google Shape;338;p15">
            <a:extLst>
              <a:ext uri="{FF2B5EF4-FFF2-40B4-BE49-F238E27FC236}">
                <a16:creationId xmlns:a16="http://schemas.microsoft.com/office/drawing/2014/main" id="{8B3C6F22-B22D-4801-93CF-8039A0CE1CDB}"/>
              </a:ext>
            </a:extLst>
          </p:cNvPr>
          <p:cNvSpPr/>
          <p:nvPr/>
        </p:nvSpPr>
        <p:spPr>
          <a:xfrm>
            <a:off x="11128325" y="3039760"/>
            <a:ext cx="494270" cy="469557"/>
          </a:xfrm>
          <a:prstGeom prst="ellipse">
            <a:avLst/>
          </a:prstGeom>
          <a:solidFill>
            <a:srgbClr val="7030A0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8" name="Google Shape;342;p15">
            <a:extLst>
              <a:ext uri="{FF2B5EF4-FFF2-40B4-BE49-F238E27FC236}">
                <a16:creationId xmlns:a16="http://schemas.microsoft.com/office/drawing/2014/main" id="{406C7792-CA26-4E33-AAD0-7C1655FAB766}"/>
              </a:ext>
            </a:extLst>
          </p:cNvPr>
          <p:cNvSpPr txBox="1"/>
          <p:nvPr/>
        </p:nvSpPr>
        <p:spPr>
          <a:xfrm>
            <a:off x="11128324" y="2552905"/>
            <a:ext cx="543739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중간</a:t>
            </a:r>
            <a:endParaRPr lang="en-US" altLang="ko-KR" sz="14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보스</a:t>
            </a:r>
            <a:endParaRPr dirty="0"/>
          </a:p>
        </p:txBody>
      </p:sp>
      <p:sp>
        <p:nvSpPr>
          <p:cNvPr id="29" name="Google Shape;343;p15">
            <a:extLst>
              <a:ext uri="{FF2B5EF4-FFF2-40B4-BE49-F238E27FC236}">
                <a16:creationId xmlns:a16="http://schemas.microsoft.com/office/drawing/2014/main" id="{44EE4EE8-355C-4C54-B5C7-30C7D8F8AE1C}"/>
              </a:ext>
            </a:extLst>
          </p:cNvPr>
          <p:cNvSpPr txBox="1"/>
          <p:nvPr/>
        </p:nvSpPr>
        <p:spPr>
          <a:xfrm>
            <a:off x="8321284" y="2746806"/>
            <a:ext cx="54373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전투</a:t>
            </a:r>
            <a:endParaRPr/>
          </a:p>
        </p:txBody>
      </p:sp>
      <p:sp>
        <p:nvSpPr>
          <p:cNvPr id="30" name="Google Shape;344;p15">
            <a:extLst>
              <a:ext uri="{FF2B5EF4-FFF2-40B4-BE49-F238E27FC236}">
                <a16:creationId xmlns:a16="http://schemas.microsoft.com/office/drawing/2014/main" id="{587991CA-74DF-42D7-BF82-91E03D780434}"/>
              </a:ext>
            </a:extLst>
          </p:cNvPr>
          <p:cNvSpPr txBox="1"/>
          <p:nvPr/>
        </p:nvSpPr>
        <p:spPr>
          <a:xfrm>
            <a:off x="9724804" y="2753842"/>
            <a:ext cx="54373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전투</a:t>
            </a:r>
            <a:endParaRPr/>
          </a:p>
        </p:txBody>
      </p:sp>
      <p:sp>
        <p:nvSpPr>
          <p:cNvPr id="31" name="Google Shape;345;p15">
            <a:extLst>
              <a:ext uri="{FF2B5EF4-FFF2-40B4-BE49-F238E27FC236}">
                <a16:creationId xmlns:a16="http://schemas.microsoft.com/office/drawing/2014/main" id="{F420D179-1269-4E0C-BD54-68440CC84F86}"/>
              </a:ext>
            </a:extLst>
          </p:cNvPr>
          <p:cNvSpPr txBox="1"/>
          <p:nvPr/>
        </p:nvSpPr>
        <p:spPr>
          <a:xfrm>
            <a:off x="6843527" y="2746805"/>
            <a:ext cx="72327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클리어</a:t>
            </a:r>
            <a:endParaRPr/>
          </a:p>
        </p:txBody>
      </p:sp>
      <p:cxnSp>
        <p:nvCxnSpPr>
          <p:cNvPr id="32" name="Google Shape;346;p15">
            <a:extLst>
              <a:ext uri="{FF2B5EF4-FFF2-40B4-BE49-F238E27FC236}">
                <a16:creationId xmlns:a16="http://schemas.microsoft.com/office/drawing/2014/main" id="{EB5E58C0-E9F0-4FEA-A430-6E52A0C205E5}"/>
              </a:ext>
            </a:extLst>
          </p:cNvPr>
          <p:cNvCxnSpPr/>
          <p:nvPr/>
        </p:nvCxnSpPr>
        <p:spPr>
          <a:xfrm>
            <a:off x="7665343" y="3509317"/>
            <a:ext cx="493243" cy="407775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33" name="Google Shape;347;p15">
            <a:extLst>
              <a:ext uri="{FF2B5EF4-FFF2-40B4-BE49-F238E27FC236}">
                <a16:creationId xmlns:a16="http://schemas.microsoft.com/office/drawing/2014/main" id="{8A856B07-9E0B-4AC9-89C7-CEF5EFFBB059}"/>
              </a:ext>
            </a:extLst>
          </p:cNvPr>
          <p:cNvSpPr/>
          <p:nvPr/>
        </p:nvSpPr>
        <p:spPr>
          <a:xfrm>
            <a:off x="8346018" y="3822885"/>
            <a:ext cx="494270" cy="469557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4" name="Google Shape;348;p15">
            <a:extLst>
              <a:ext uri="{FF2B5EF4-FFF2-40B4-BE49-F238E27FC236}">
                <a16:creationId xmlns:a16="http://schemas.microsoft.com/office/drawing/2014/main" id="{3CFA5EDD-5372-4F89-8307-BBDE3093EEF6}"/>
              </a:ext>
            </a:extLst>
          </p:cNvPr>
          <p:cNvSpPr txBox="1"/>
          <p:nvPr/>
        </p:nvSpPr>
        <p:spPr>
          <a:xfrm>
            <a:off x="8337736" y="4250531"/>
            <a:ext cx="543739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사건</a:t>
            </a:r>
            <a:endParaRPr sz="1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35" name="Google Shape;339;p15">
            <a:extLst>
              <a:ext uri="{FF2B5EF4-FFF2-40B4-BE49-F238E27FC236}">
                <a16:creationId xmlns:a16="http://schemas.microsoft.com/office/drawing/2014/main" id="{27375BD1-929B-457F-A120-733E4351FB20}"/>
              </a:ext>
            </a:extLst>
          </p:cNvPr>
          <p:cNvCxnSpPr/>
          <p:nvPr/>
        </p:nvCxnSpPr>
        <p:spPr>
          <a:xfrm>
            <a:off x="5809768" y="3509317"/>
            <a:ext cx="469557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EB0ED6EF-65E2-45E8-9249-DF3B356605B4}"/>
              </a:ext>
            </a:extLst>
          </p:cNvPr>
          <p:cNvSpPr txBox="1"/>
          <p:nvPr/>
        </p:nvSpPr>
        <p:spPr>
          <a:xfrm>
            <a:off x="5548256" y="3149485"/>
            <a:ext cx="9525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노드</a:t>
            </a:r>
            <a:r>
              <a:rPr lang="en-US" altLang="ko-KR" dirty="0"/>
              <a:t> </a:t>
            </a:r>
            <a:r>
              <a:rPr lang="ko-KR" altLang="en-US" dirty="0"/>
              <a:t>완료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D041A14-7B29-4854-B0E8-41D6E383CDD6}"/>
              </a:ext>
            </a:extLst>
          </p:cNvPr>
          <p:cNvSpPr txBox="1"/>
          <p:nvPr/>
        </p:nvSpPr>
        <p:spPr>
          <a:xfrm>
            <a:off x="1779027" y="1893175"/>
            <a:ext cx="21291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사건 노드를 선택한 상황</a:t>
            </a:r>
          </a:p>
        </p:txBody>
      </p:sp>
      <p:sp>
        <p:nvSpPr>
          <p:cNvPr id="38" name="Google Shape;347;p15">
            <a:extLst>
              <a:ext uri="{FF2B5EF4-FFF2-40B4-BE49-F238E27FC236}">
                <a16:creationId xmlns:a16="http://schemas.microsoft.com/office/drawing/2014/main" id="{965A1E21-EA77-444F-945C-F695CB05502A}"/>
              </a:ext>
            </a:extLst>
          </p:cNvPr>
          <p:cNvSpPr/>
          <p:nvPr/>
        </p:nvSpPr>
        <p:spPr>
          <a:xfrm>
            <a:off x="9745398" y="3841622"/>
            <a:ext cx="494270" cy="469557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1" name="Google Shape;348;p15">
            <a:extLst>
              <a:ext uri="{FF2B5EF4-FFF2-40B4-BE49-F238E27FC236}">
                <a16:creationId xmlns:a16="http://schemas.microsoft.com/office/drawing/2014/main" id="{A04D32F5-4DC4-432E-90AE-905ABF03798C}"/>
              </a:ext>
            </a:extLst>
          </p:cNvPr>
          <p:cNvSpPr txBox="1"/>
          <p:nvPr/>
        </p:nvSpPr>
        <p:spPr>
          <a:xfrm>
            <a:off x="9740264" y="4272867"/>
            <a:ext cx="543739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사건</a:t>
            </a:r>
            <a:endParaRPr sz="1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378046B-6222-41B5-A350-E14C148B9484}"/>
              </a:ext>
            </a:extLst>
          </p:cNvPr>
          <p:cNvSpPr txBox="1"/>
          <p:nvPr/>
        </p:nvSpPr>
        <p:spPr>
          <a:xfrm>
            <a:off x="312254" y="2241523"/>
            <a:ext cx="10518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 </a:t>
            </a:r>
            <a:r>
              <a:rPr lang="ko-KR" altLang="en-US" dirty="0"/>
              <a:t>스테이지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E2A9085-A77E-4BF9-9338-B5600D08441E}"/>
              </a:ext>
            </a:extLst>
          </p:cNvPr>
          <p:cNvSpPr txBox="1"/>
          <p:nvPr/>
        </p:nvSpPr>
        <p:spPr>
          <a:xfrm>
            <a:off x="6764254" y="2212042"/>
            <a:ext cx="10518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 </a:t>
            </a:r>
            <a:r>
              <a:rPr lang="ko-KR" altLang="en-US" dirty="0"/>
              <a:t>스테이지</a:t>
            </a:r>
          </a:p>
        </p:txBody>
      </p:sp>
    </p:spTree>
    <p:extLst>
      <p:ext uri="{BB962C8B-B14F-4D97-AF65-F5344CB8AC3E}">
        <p14:creationId xmlns:p14="http://schemas.microsoft.com/office/powerpoint/2010/main" val="16487147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ko-KR"/>
              <a:t>보스 노드</a:t>
            </a:r>
            <a:endParaRPr/>
          </a:p>
        </p:txBody>
      </p:sp>
      <p:sp>
        <p:nvSpPr>
          <p:cNvPr id="367" name="Google Shape;367;p16"/>
          <p:cNvSpPr txBox="1"/>
          <p:nvPr/>
        </p:nvSpPr>
        <p:spPr>
          <a:xfrm>
            <a:off x="2247112" y="5097503"/>
            <a:ext cx="7285969" cy="1077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스테이지의 맨 끝에 존재하는 노드다. </a:t>
            </a:r>
            <a:endParaRPr lang="en-US" altLang="ko-KR" sz="16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최종 스테이지를 제외하고 보스 노드를 클리어하면 다음 스테이지로 넘어간다</a:t>
            </a: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. </a:t>
            </a:r>
            <a:b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endParaRPr lang="en-US" altLang="ko-KR" sz="16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마지막 스테이지일 경우 최종 보스</a:t>
            </a: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가 등장한다</a:t>
            </a: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. </a:t>
            </a:r>
          </a:p>
        </p:txBody>
      </p:sp>
      <p:sp>
        <p:nvSpPr>
          <p:cNvPr id="17" name="Google Shape;334;p15">
            <a:extLst>
              <a:ext uri="{FF2B5EF4-FFF2-40B4-BE49-F238E27FC236}">
                <a16:creationId xmlns:a16="http://schemas.microsoft.com/office/drawing/2014/main" id="{F784DA93-6428-4668-A031-6F11049978AD}"/>
              </a:ext>
            </a:extLst>
          </p:cNvPr>
          <p:cNvSpPr/>
          <p:nvPr/>
        </p:nvSpPr>
        <p:spPr>
          <a:xfrm>
            <a:off x="369641" y="2234387"/>
            <a:ext cx="4947883" cy="2615641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" name="Google Shape;335;p15">
            <a:extLst>
              <a:ext uri="{FF2B5EF4-FFF2-40B4-BE49-F238E27FC236}">
                <a16:creationId xmlns:a16="http://schemas.microsoft.com/office/drawing/2014/main" id="{C65298E3-6E43-413A-9026-F857745F0B15}"/>
              </a:ext>
            </a:extLst>
          </p:cNvPr>
          <p:cNvSpPr/>
          <p:nvPr/>
        </p:nvSpPr>
        <p:spPr>
          <a:xfrm>
            <a:off x="518980" y="3039762"/>
            <a:ext cx="494270" cy="469557"/>
          </a:xfrm>
          <a:prstGeom prst="ellipse">
            <a:avLst/>
          </a:prstGeom>
          <a:solidFill>
            <a:schemeClr val="accent6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" name="Google Shape;336;p15">
            <a:extLst>
              <a:ext uri="{FF2B5EF4-FFF2-40B4-BE49-F238E27FC236}">
                <a16:creationId xmlns:a16="http://schemas.microsoft.com/office/drawing/2014/main" id="{9019DEBD-FE0B-4CEF-84F1-2A30A966B26A}"/>
              </a:ext>
            </a:extLst>
          </p:cNvPr>
          <p:cNvSpPr/>
          <p:nvPr/>
        </p:nvSpPr>
        <p:spPr>
          <a:xfrm>
            <a:off x="1901907" y="3039761"/>
            <a:ext cx="494270" cy="46955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" name="Google Shape;337;p15">
            <a:extLst>
              <a:ext uri="{FF2B5EF4-FFF2-40B4-BE49-F238E27FC236}">
                <a16:creationId xmlns:a16="http://schemas.microsoft.com/office/drawing/2014/main" id="{A08DBCBE-6797-4790-BF5C-50E7C4675B8F}"/>
              </a:ext>
            </a:extLst>
          </p:cNvPr>
          <p:cNvSpPr/>
          <p:nvPr/>
        </p:nvSpPr>
        <p:spPr>
          <a:xfrm>
            <a:off x="3284834" y="3039761"/>
            <a:ext cx="494270" cy="46955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1" name="Google Shape;338;p15">
            <a:extLst>
              <a:ext uri="{FF2B5EF4-FFF2-40B4-BE49-F238E27FC236}">
                <a16:creationId xmlns:a16="http://schemas.microsoft.com/office/drawing/2014/main" id="{BFBD712F-8B7F-4A77-B35B-B790E251DE03}"/>
              </a:ext>
            </a:extLst>
          </p:cNvPr>
          <p:cNvSpPr/>
          <p:nvPr/>
        </p:nvSpPr>
        <p:spPr>
          <a:xfrm>
            <a:off x="4667761" y="3039760"/>
            <a:ext cx="494270" cy="469557"/>
          </a:xfrm>
          <a:prstGeom prst="ellipse">
            <a:avLst/>
          </a:prstGeom>
          <a:solidFill>
            <a:srgbClr val="7030A0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" name="Google Shape;342;p15">
            <a:extLst>
              <a:ext uri="{FF2B5EF4-FFF2-40B4-BE49-F238E27FC236}">
                <a16:creationId xmlns:a16="http://schemas.microsoft.com/office/drawing/2014/main" id="{023A14D3-F1EC-4907-945B-4E054BD82BEA}"/>
              </a:ext>
            </a:extLst>
          </p:cNvPr>
          <p:cNvSpPr txBox="1"/>
          <p:nvPr/>
        </p:nvSpPr>
        <p:spPr>
          <a:xfrm>
            <a:off x="4638885" y="2609325"/>
            <a:ext cx="543739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중간 </a:t>
            </a:r>
            <a:r>
              <a:rPr lang="ko-KR" sz="14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보스</a:t>
            </a:r>
            <a:endParaRPr dirty="0"/>
          </a:p>
        </p:txBody>
      </p:sp>
      <p:sp>
        <p:nvSpPr>
          <p:cNvPr id="23" name="Google Shape;343;p15">
            <a:extLst>
              <a:ext uri="{FF2B5EF4-FFF2-40B4-BE49-F238E27FC236}">
                <a16:creationId xmlns:a16="http://schemas.microsoft.com/office/drawing/2014/main" id="{2BE59202-8951-4F25-B65D-36160B731837}"/>
              </a:ext>
            </a:extLst>
          </p:cNvPr>
          <p:cNvSpPr txBox="1"/>
          <p:nvPr/>
        </p:nvSpPr>
        <p:spPr>
          <a:xfrm>
            <a:off x="1860720" y="2746806"/>
            <a:ext cx="54373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전투</a:t>
            </a:r>
            <a:endParaRPr/>
          </a:p>
        </p:txBody>
      </p:sp>
      <p:sp>
        <p:nvSpPr>
          <p:cNvPr id="24" name="Google Shape;344;p15">
            <a:extLst>
              <a:ext uri="{FF2B5EF4-FFF2-40B4-BE49-F238E27FC236}">
                <a16:creationId xmlns:a16="http://schemas.microsoft.com/office/drawing/2014/main" id="{013863C1-AD5A-4D7E-B0E9-140D784C9F87}"/>
              </a:ext>
            </a:extLst>
          </p:cNvPr>
          <p:cNvSpPr txBox="1"/>
          <p:nvPr/>
        </p:nvSpPr>
        <p:spPr>
          <a:xfrm>
            <a:off x="3264240" y="2753842"/>
            <a:ext cx="54373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전투</a:t>
            </a:r>
            <a:endParaRPr/>
          </a:p>
        </p:txBody>
      </p:sp>
      <p:sp>
        <p:nvSpPr>
          <p:cNvPr id="25" name="Google Shape;345;p15">
            <a:extLst>
              <a:ext uri="{FF2B5EF4-FFF2-40B4-BE49-F238E27FC236}">
                <a16:creationId xmlns:a16="http://schemas.microsoft.com/office/drawing/2014/main" id="{5F4E8100-EB25-4804-A0F1-29E2426F3608}"/>
              </a:ext>
            </a:extLst>
          </p:cNvPr>
          <p:cNvSpPr txBox="1"/>
          <p:nvPr/>
        </p:nvSpPr>
        <p:spPr>
          <a:xfrm>
            <a:off x="382963" y="2746805"/>
            <a:ext cx="72327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클리어</a:t>
            </a:r>
            <a:endParaRPr/>
          </a:p>
        </p:txBody>
      </p:sp>
      <p:cxnSp>
        <p:nvCxnSpPr>
          <p:cNvPr id="26" name="Google Shape;346;p15">
            <a:extLst>
              <a:ext uri="{FF2B5EF4-FFF2-40B4-BE49-F238E27FC236}">
                <a16:creationId xmlns:a16="http://schemas.microsoft.com/office/drawing/2014/main" id="{068B35DE-3C50-42DC-8DAF-578430C1D3A6}"/>
              </a:ext>
            </a:extLst>
          </p:cNvPr>
          <p:cNvCxnSpPr/>
          <p:nvPr/>
        </p:nvCxnSpPr>
        <p:spPr>
          <a:xfrm>
            <a:off x="1204779" y="3509317"/>
            <a:ext cx="493243" cy="407775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7" name="Google Shape;347;p15">
            <a:extLst>
              <a:ext uri="{FF2B5EF4-FFF2-40B4-BE49-F238E27FC236}">
                <a16:creationId xmlns:a16="http://schemas.microsoft.com/office/drawing/2014/main" id="{3E0EEABA-A653-4A0C-BA0C-A62C2BF2C30B}"/>
              </a:ext>
            </a:extLst>
          </p:cNvPr>
          <p:cNvSpPr/>
          <p:nvPr/>
        </p:nvSpPr>
        <p:spPr>
          <a:xfrm>
            <a:off x="1885454" y="3822885"/>
            <a:ext cx="494270" cy="469557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8" name="Google Shape;348;p15">
            <a:extLst>
              <a:ext uri="{FF2B5EF4-FFF2-40B4-BE49-F238E27FC236}">
                <a16:creationId xmlns:a16="http://schemas.microsoft.com/office/drawing/2014/main" id="{CDF78FA0-2AA2-43C3-9812-77EDCB2F603D}"/>
              </a:ext>
            </a:extLst>
          </p:cNvPr>
          <p:cNvSpPr txBox="1"/>
          <p:nvPr/>
        </p:nvSpPr>
        <p:spPr>
          <a:xfrm>
            <a:off x="1877172" y="4250531"/>
            <a:ext cx="54373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사건</a:t>
            </a:r>
            <a:endParaRPr sz="1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372E7F8-0BE5-4CD0-A197-2F53EBB0DDF6}"/>
              </a:ext>
            </a:extLst>
          </p:cNvPr>
          <p:cNvSpPr txBox="1"/>
          <p:nvPr/>
        </p:nvSpPr>
        <p:spPr>
          <a:xfrm>
            <a:off x="312254" y="2241523"/>
            <a:ext cx="10518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3 </a:t>
            </a:r>
            <a:r>
              <a:rPr lang="ko-KR" altLang="en-US" dirty="0"/>
              <a:t>스테이지</a:t>
            </a:r>
          </a:p>
        </p:txBody>
      </p:sp>
      <p:cxnSp>
        <p:nvCxnSpPr>
          <p:cNvPr id="30" name="Google Shape;346;p15">
            <a:extLst>
              <a:ext uri="{FF2B5EF4-FFF2-40B4-BE49-F238E27FC236}">
                <a16:creationId xmlns:a16="http://schemas.microsoft.com/office/drawing/2014/main" id="{CB9CF695-445E-436A-B885-B4DB159AE14D}"/>
              </a:ext>
            </a:extLst>
          </p:cNvPr>
          <p:cNvCxnSpPr>
            <a:cxnSpLocks/>
          </p:cNvCxnSpPr>
          <p:nvPr/>
        </p:nvCxnSpPr>
        <p:spPr>
          <a:xfrm flipV="1">
            <a:off x="2666936" y="3646227"/>
            <a:ext cx="597304" cy="353316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1" name="Google Shape;320;p14">
            <a:extLst>
              <a:ext uri="{FF2B5EF4-FFF2-40B4-BE49-F238E27FC236}">
                <a16:creationId xmlns:a16="http://schemas.microsoft.com/office/drawing/2014/main" id="{C4197B99-CEE0-47C7-B335-CE1C8BD74D45}"/>
              </a:ext>
            </a:extLst>
          </p:cNvPr>
          <p:cNvCxnSpPr/>
          <p:nvPr/>
        </p:nvCxnSpPr>
        <p:spPr>
          <a:xfrm>
            <a:off x="3978875" y="3274541"/>
            <a:ext cx="469557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32" name="Google Shape;334;p15">
            <a:extLst>
              <a:ext uri="{FF2B5EF4-FFF2-40B4-BE49-F238E27FC236}">
                <a16:creationId xmlns:a16="http://schemas.microsoft.com/office/drawing/2014/main" id="{3DDAC1B2-8C18-4186-BF0A-7ADD06C4A35D}"/>
              </a:ext>
            </a:extLst>
          </p:cNvPr>
          <p:cNvSpPr/>
          <p:nvPr/>
        </p:nvSpPr>
        <p:spPr>
          <a:xfrm>
            <a:off x="6263568" y="2241523"/>
            <a:ext cx="4947883" cy="2615641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4" name="Google Shape;336;p15">
            <a:extLst>
              <a:ext uri="{FF2B5EF4-FFF2-40B4-BE49-F238E27FC236}">
                <a16:creationId xmlns:a16="http://schemas.microsoft.com/office/drawing/2014/main" id="{92C10236-9A95-454A-A6CB-A359E7CC9939}"/>
              </a:ext>
            </a:extLst>
          </p:cNvPr>
          <p:cNvSpPr/>
          <p:nvPr/>
        </p:nvSpPr>
        <p:spPr>
          <a:xfrm>
            <a:off x="7754647" y="3132505"/>
            <a:ext cx="494270" cy="46955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5" name="Google Shape;337;p15">
            <a:extLst>
              <a:ext uri="{FF2B5EF4-FFF2-40B4-BE49-F238E27FC236}">
                <a16:creationId xmlns:a16="http://schemas.microsoft.com/office/drawing/2014/main" id="{6C3754A8-6DEB-4FD8-997D-24F61564C2E3}"/>
              </a:ext>
            </a:extLst>
          </p:cNvPr>
          <p:cNvSpPr/>
          <p:nvPr/>
        </p:nvSpPr>
        <p:spPr>
          <a:xfrm>
            <a:off x="9194961" y="3138626"/>
            <a:ext cx="494270" cy="46955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6" name="Google Shape;338;p15">
            <a:extLst>
              <a:ext uri="{FF2B5EF4-FFF2-40B4-BE49-F238E27FC236}">
                <a16:creationId xmlns:a16="http://schemas.microsoft.com/office/drawing/2014/main" id="{01B21D23-277F-49C1-B00E-1FD9B2BD306D}"/>
              </a:ext>
            </a:extLst>
          </p:cNvPr>
          <p:cNvSpPr/>
          <p:nvPr/>
        </p:nvSpPr>
        <p:spPr>
          <a:xfrm>
            <a:off x="10577888" y="3138625"/>
            <a:ext cx="494270" cy="469557"/>
          </a:xfrm>
          <a:prstGeom prst="ellipse">
            <a:avLst/>
          </a:prstGeom>
          <a:solidFill>
            <a:srgbClr val="FF0000"/>
          </a:solidFill>
          <a:ln w="12700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7" name="Google Shape;342;p15">
            <a:extLst>
              <a:ext uri="{FF2B5EF4-FFF2-40B4-BE49-F238E27FC236}">
                <a16:creationId xmlns:a16="http://schemas.microsoft.com/office/drawing/2014/main" id="{9774EE12-C117-437D-8E28-91E3A233CAC4}"/>
              </a:ext>
            </a:extLst>
          </p:cNvPr>
          <p:cNvSpPr txBox="1"/>
          <p:nvPr/>
        </p:nvSpPr>
        <p:spPr>
          <a:xfrm>
            <a:off x="10553153" y="2701054"/>
            <a:ext cx="543739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최종</a:t>
            </a:r>
            <a:endParaRPr lang="en-US" altLang="ko-KR" sz="14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보스</a:t>
            </a:r>
            <a:endParaRPr dirty="0"/>
          </a:p>
        </p:txBody>
      </p:sp>
      <p:sp>
        <p:nvSpPr>
          <p:cNvPr id="38" name="Google Shape;343;p15">
            <a:extLst>
              <a:ext uri="{FF2B5EF4-FFF2-40B4-BE49-F238E27FC236}">
                <a16:creationId xmlns:a16="http://schemas.microsoft.com/office/drawing/2014/main" id="{A30BAFA0-783F-443D-8DE0-55905FE6765C}"/>
              </a:ext>
            </a:extLst>
          </p:cNvPr>
          <p:cNvSpPr txBox="1"/>
          <p:nvPr/>
        </p:nvSpPr>
        <p:spPr>
          <a:xfrm>
            <a:off x="7754647" y="2753942"/>
            <a:ext cx="54373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전투</a:t>
            </a:r>
            <a:endParaRPr dirty="0"/>
          </a:p>
        </p:txBody>
      </p:sp>
      <p:sp>
        <p:nvSpPr>
          <p:cNvPr id="39" name="Google Shape;344;p15">
            <a:extLst>
              <a:ext uri="{FF2B5EF4-FFF2-40B4-BE49-F238E27FC236}">
                <a16:creationId xmlns:a16="http://schemas.microsoft.com/office/drawing/2014/main" id="{A7187563-B368-487E-B1AC-B99A5FB3DEC6}"/>
              </a:ext>
            </a:extLst>
          </p:cNvPr>
          <p:cNvSpPr txBox="1"/>
          <p:nvPr/>
        </p:nvSpPr>
        <p:spPr>
          <a:xfrm>
            <a:off x="9166411" y="2753842"/>
            <a:ext cx="54373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전투</a:t>
            </a:r>
            <a:endParaRPr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64C11BC-5557-4234-A58E-D5166AF365D4}"/>
              </a:ext>
            </a:extLst>
          </p:cNvPr>
          <p:cNvSpPr txBox="1"/>
          <p:nvPr/>
        </p:nvSpPr>
        <p:spPr>
          <a:xfrm>
            <a:off x="6206181" y="2248659"/>
            <a:ext cx="13115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최종</a:t>
            </a:r>
            <a:r>
              <a:rPr lang="en-US" altLang="ko-KR" dirty="0"/>
              <a:t> </a:t>
            </a:r>
            <a:r>
              <a:rPr lang="ko-KR" altLang="en-US" dirty="0"/>
              <a:t>스테이지</a:t>
            </a:r>
          </a:p>
        </p:txBody>
      </p:sp>
      <p:sp>
        <p:nvSpPr>
          <p:cNvPr id="47" name="Google Shape;336;p15">
            <a:extLst>
              <a:ext uri="{FF2B5EF4-FFF2-40B4-BE49-F238E27FC236}">
                <a16:creationId xmlns:a16="http://schemas.microsoft.com/office/drawing/2014/main" id="{45990434-CF17-41E0-BF58-9311A553D513}"/>
              </a:ext>
            </a:extLst>
          </p:cNvPr>
          <p:cNvSpPr/>
          <p:nvPr/>
        </p:nvSpPr>
        <p:spPr>
          <a:xfrm>
            <a:off x="6520129" y="3132505"/>
            <a:ext cx="494270" cy="46955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8" name="Google Shape;343;p15">
            <a:extLst>
              <a:ext uri="{FF2B5EF4-FFF2-40B4-BE49-F238E27FC236}">
                <a16:creationId xmlns:a16="http://schemas.microsoft.com/office/drawing/2014/main" id="{B87765A7-D472-46F8-ACB7-C95C5661B95A}"/>
              </a:ext>
            </a:extLst>
          </p:cNvPr>
          <p:cNvSpPr txBox="1"/>
          <p:nvPr/>
        </p:nvSpPr>
        <p:spPr>
          <a:xfrm>
            <a:off x="6520129" y="2753942"/>
            <a:ext cx="54373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전투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ko-KR" altLang="en-US" dirty="0"/>
              <a:t>아군 팀 구성</a:t>
            </a:r>
            <a:endParaRPr dirty="0"/>
          </a:p>
        </p:txBody>
      </p:sp>
      <p:sp>
        <p:nvSpPr>
          <p:cNvPr id="305" name="Google Shape;305;p13"/>
          <p:cNvSpPr txBox="1"/>
          <p:nvPr/>
        </p:nvSpPr>
        <p:spPr>
          <a:xfrm>
            <a:off x="1854608" y="4796136"/>
            <a:ext cx="8268600" cy="132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파티는 총 </a:t>
            </a: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명을 넘어갈 수 없다</a:t>
            </a: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. </a:t>
            </a:r>
          </a:p>
          <a:p>
            <a:endParaRPr lang="en-US" altLang="ko-KR" sz="16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보유하고 있는 캐릭터가 </a:t>
            </a: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명 이상일 경우 캐릭터 파티 변경 컨텐츠가 활성화 된다</a:t>
            </a: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. </a:t>
            </a:r>
          </a:p>
          <a:p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보유 하고 있는 캐릭터를 파티 자리에 드래그 앤 드랍 하면 파티에 포함 된다</a:t>
            </a: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. </a:t>
            </a:r>
          </a:p>
          <a:p>
            <a:endParaRPr lang="en-US" altLang="ko-KR" sz="16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" name="Google Shape;297;p13">
            <a:extLst>
              <a:ext uri="{FF2B5EF4-FFF2-40B4-BE49-F238E27FC236}">
                <a16:creationId xmlns:a16="http://schemas.microsoft.com/office/drawing/2014/main" id="{29415F22-4948-4DF8-ABA9-F3B27FB14237}"/>
              </a:ext>
            </a:extLst>
          </p:cNvPr>
          <p:cNvSpPr/>
          <p:nvPr/>
        </p:nvSpPr>
        <p:spPr>
          <a:xfrm>
            <a:off x="1288799" y="2110264"/>
            <a:ext cx="8134721" cy="2514600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" name="Google Shape;108;p3">
            <a:extLst>
              <a:ext uri="{FF2B5EF4-FFF2-40B4-BE49-F238E27FC236}">
                <a16:creationId xmlns:a16="http://schemas.microsoft.com/office/drawing/2014/main" id="{F40DDBBA-1C4C-4059-B279-2CEF4E00A9F3}"/>
              </a:ext>
            </a:extLst>
          </p:cNvPr>
          <p:cNvSpPr/>
          <p:nvPr/>
        </p:nvSpPr>
        <p:spPr>
          <a:xfrm>
            <a:off x="1652685" y="3007331"/>
            <a:ext cx="611659" cy="1025611"/>
          </a:xfrm>
          <a:prstGeom prst="ellipse">
            <a:avLst/>
          </a:prstGeom>
          <a:solidFill>
            <a:schemeClr val="accent6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4" name="Google Shape;112;p3">
            <a:extLst>
              <a:ext uri="{FF2B5EF4-FFF2-40B4-BE49-F238E27FC236}">
                <a16:creationId xmlns:a16="http://schemas.microsoft.com/office/drawing/2014/main" id="{6DE7A144-D6AB-412B-964E-9A5B37D645F4}"/>
              </a:ext>
            </a:extLst>
          </p:cNvPr>
          <p:cNvSpPr txBox="1"/>
          <p:nvPr/>
        </p:nvSpPr>
        <p:spPr>
          <a:xfrm>
            <a:off x="1545209" y="2531051"/>
            <a:ext cx="923457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아군 </a:t>
            </a:r>
            <a:r>
              <a:rPr lang="en-US" altLang="ko-KR" dirty="0"/>
              <a:t>1 (</a:t>
            </a:r>
            <a:r>
              <a:rPr lang="ko-KR" altLang="en-US" dirty="0"/>
              <a:t>주인공</a:t>
            </a:r>
            <a:r>
              <a:rPr lang="en-US" altLang="ko-KR" dirty="0"/>
              <a:t>)</a:t>
            </a:r>
            <a:endParaRPr dirty="0"/>
          </a:p>
        </p:txBody>
      </p:sp>
      <p:sp>
        <p:nvSpPr>
          <p:cNvPr id="25" name="Google Shape;112;p3">
            <a:extLst>
              <a:ext uri="{FF2B5EF4-FFF2-40B4-BE49-F238E27FC236}">
                <a16:creationId xmlns:a16="http://schemas.microsoft.com/office/drawing/2014/main" id="{D9297771-BA81-4D8F-B171-C4E36D93B47A}"/>
              </a:ext>
            </a:extLst>
          </p:cNvPr>
          <p:cNvSpPr txBox="1"/>
          <p:nvPr/>
        </p:nvSpPr>
        <p:spPr>
          <a:xfrm>
            <a:off x="7342301" y="3365113"/>
            <a:ext cx="923457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0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아군</a:t>
            </a:r>
            <a:r>
              <a:rPr lang="en-US" altLang="ko-KR" sz="1800" b="0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altLang="ko-KR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dirty="0"/>
          </a:p>
        </p:txBody>
      </p:sp>
      <p:sp>
        <p:nvSpPr>
          <p:cNvPr id="26" name="Google Shape;112;p3">
            <a:extLst>
              <a:ext uri="{FF2B5EF4-FFF2-40B4-BE49-F238E27FC236}">
                <a16:creationId xmlns:a16="http://schemas.microsoft.com/office/drawing/2014/main" id="{3726898F-AF4A-4398-8988-8B0E4DF7AEFE}"/>
              </a:ext>
            </a:extLst>
          </p:cNvPr>
          <p:cNvSpPr txBox="1"/>
          <p:nvPr/>
        </p:nvSpPr>
        <p:spPr>
          <a:xfrm>
            <a:off x="8443135" y="3361315"/>
            <a:ext cx="923457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0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아군</a:t>
            </a:r>
            <a:r>
              <a:rPr lang="en-US" altLang="ko-KR" sz="1800" b="0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altLang="ko-KR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 dirty="0"/>
          </a:p>
        </p:txBody>
      </p:sp>
      <p:sp>
        <p:nvSpPr>
          <p:cNvPr id="29" name="Google Shape;109;p3">
            <a:extLst>
              <a:ext uri="{FF2B5EF4-FFF2-40B4-BE49-F238E27FC236}">
                <a16:creationId xmlns:a16="http://schemas.microsoft.com/office/drawing/2014/main" id="{AEAB8C26-5027-458A-936D-A6DA7298C846}"/>
              </a:ext>
            </a:extLst>
          </p:cNvPr>
          <p:cNvSpPr/>
          <p:nvPr/>
        </p:nvSpPr>
        <p:spPr>
          <a:xfrm>
            <a:off x="8662959" y="2673759"/>
            <a:ext cx="483807" cy="434028"/>
          </a:xfrm>
          <a:prstGeom prst="ellipse">
            <a:avLst/>
          </a:prstGeom>
          <a:solidFill>
            <a:schemeClr val="accent6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" name="Google Shape;112;p3">
            <a:extLst>
              <a:ext uri="{FF2B5EF4-FFF2-40B4-BE49-F238E27FC236}">
                <a16:creationId xmlns:a16="http://schemas.microsoft.com/office/drawing/2014/main" id="{585C30D9-7838-47A4-A8DA-EAD5BE42DF8B}"/>
              </a:ext>
            </a:extLst>
          </p:cNvPr>
          <p:cNvSpPr txBox="1"/>
          <p:nvPr/>
        </p:nvSpPr>
        <p:spPr>
          <a:xfrm>
            <a:off x="8443133" y="2358182"/>
            <a:ext cx="923457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0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아군</a:t>
            </a:r>
            <a:r>
              <a:rPr lang="en-US" altLang="ko-KR" sz="1800" b="0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altLang="ko-KR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E7BC4F-7D1A-46E4-AFE1-1EEA79DC01E6}"/>
              </a:ext>
            </a:extLst>
          </p:cNvPr>
          <p:cNvSpPr txBox="1"/>
          <p:nvPr/>
        </p:nvSpPr>
        <p:spPr>
          <a:xfrm>
            <a:off x="1211688" y="2078677"/>
            <a:ext cx="15905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팀 구성 과정 예시</a:t>
            </a:r>
          </a:p>
        </p:txBody>
      </p:sp>
      <p:sp>
        <p:nvSpPr>
          <p:cNvPr id="28" name="Google Shape;109;p3">
            <a:extLst>
              <a:ext uri="{FF2B5EF4-FFF2-40B4-BE49-F238E27FC236}">
                <a16:creationId xmlns:a16="http://schemas.microsoft.com/office/drawing/2014/main" id="{67086C06-C11C-43E5-B139-2C16667E9234}"/>
              </a:ext>
            </a:extLst>
          </p:cNvPr>
          <p:cNvSpPr/>
          <p:nvPr/>
        </p:nvSpPr>
        <p:spPr>
          <a:xfrm>
            <a:off x="8662959" y="3797881"/>
            <a:ext cx="483807" cy="434028"/>
          </a:xfrm>
          <a:prstGeom prst="ellipse">
            <a:avLst/>
          </a:prstGeom>
          <a:solidFill>
            <a:schemeClr val="accent6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2" name="Google Shape;109;p3">
            <a:extLst>
              <a:ext uri="{FF2B5EF4-FFF2-40B4-BE49-F238E27FC236}">
                <a16:creationId xmlns:a16="http://schemas.microsoft.com/office/drawing/2014/main" id="{BC2CD47C-8E28-4EA1-9EEF-40C935E16518}"/>
              </a:ext>
            </a:extLst>
          </p:cNvPr>
          <p:cNvSpPr/>
          <p:nvPr/>
        </p:nvSpPr>
        <p:spPr>
          <a:xfrm>
            <a:off x="7562125" y="3815928"/>
            <a:ext cx="483807" cy="434028"/>
          </a:xfrm>
          <a:prstGeom prst="ellipse">
            <a:avLst/>
          </a:prstGeom>
          <a:solidFill>
            <a:schemeClr val="accent6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4" name="Google Shape;109;p3">
            <a:extLst>
              <a:ext uri="{FF2B5EF4-FFF2-40B4-BE49-F238E27FC236}">
                <a16:creationId xmlns:a16="http://schemas.microsoft.com/office/drawing/2014/main" id="{4938521B-D327-4B29-9F38-850F36524838}"/>
              </a:ext>
            </a:extLst>
          </p:cNvPr>
          <p:cNvSpPr/>
          <p:nvPr/>
        </p:nvSpPr>
        <p:spPr>
          <a:xfrm>
            <a:off x="7562125" y="2675511"/>
            <a:ext cx="483807" cy="434028"/>
          </a:xfrm>
          <a:prstGeom prst="ellipse">
            <a:avLst/>
          </a:prstGeom>
          <a:solidFill>
            <a:schemeClr val="accent6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5" name="Google Shape;112;p3">
            <a:extLst>
              <a:ext uri="{FF2B5EF4-FFF2-40B4-BE49-F238E27FC236}">
                <a16:creationId xmlns:a16="http://schemas.microsoft.com/office/drawing/2014/main" id="{DBF3C7CD-EC31-4ED3-9A42-AAE9561F6916}"/>
              </a:ext>
            </a:extLst>
          </p:cNvPr>
          <p:cNvSpPr txBox="1"/>
          <p:nvPr/>
        </p:nvSpPr>
        <p:spPr>
          <a:xfrm>
            <a:off x="7321075" y="2305200"/>
            <a:ext cx="923457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0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아군</a:t>
            </a:r>
            <a:r>
              <a:rPr lang="en-US" altLang="ko-KR" sz="1800" b="0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altLang="ko-KR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dirty="0"/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2C236E09-5713-44FD-ACA1-45AA24D50389}"/>
              </a:ext>
            </a:extLst>
          </p:cNvPr>
          <p:cNvCxnSpPr>
            <a:cxnSpLocks/>
          </p:cNvCxnSpPr>
          <p:nvPr/>
        </p:nvCxnSpPr>
        <p:spPr>
          <a:xfrm>
            <a:off x="2802188" y="4231909"/>
            <a:ext cx="9407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91597BC5-C2AC-41E0-9B8A-6F5B49D0E88F}"/>
              </a:ext>
            </a:extLst>
          </p:cNvPr>
          <p:cNvCxnSpPr>
            <a:cxnSpLocks/>
          </p:cNvCxnSpPr>
          <p:nvPr/>
        </p:nvCxnSpPr>
        <p:spPr>
          <a:xfrm>
            <a:off x="4629876" y="4255461"/>
            <a:ext cx="91570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87574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ko-KR" altLang="en-US" dirty="0"/>
              <a:t>캐릭터 </a:t>
            </a:r>
            <a:r>
              <a:rPr lang="ko-KR" altLang="en-US" dirty="0" err="1"/>
              <a:t>스탯</a:t>
            </a:r>
            <a:endParaRPr dirty="0"/>
          </a:p>
        </p:txBody>
      </p:sp>
      <p:sp>
        <p:nvSpPr>
          <p:cNvPr id="265" name="Google Shape;265;p17"/>
          <p:cNvSpPr/>
          <p:nvPr/>
        </p:nvSpPr>
        <p:spPr>
          <a:xfrm>
            <a:off x="2009003" y="1789543"/>
            <a:ext cx="8173994" cy="3931636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6" name="Google Shape;266;p17"/>
          <p:cNvSpPr/>
          <p:nvPr/>
        </p:nvSpPr>
        <p:spPr>
          <a:xfrm>
            <a:off x="5786957" y="2872945"/>
            <a:ext cx="611659" cy="1025611"/>
          </a:xfrm>
          <a:prstGeom prst="ellipse">
            <a:avLst/>
          </a:prstGeom>
          <a:solidFill>
            <a:schemeClr val="accent6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7" name="Google Shape;267;p17"/>
          <p:cNvSpPr/>
          <p:nvPr/>
        </p:nvSpPr>
        <p:spPr>
          <a:xfrm>
            <a:off x="3145186" y="2872945"/>
            <a:ext cx="611659" cy="1025611"/>
          </a:xfrm>
          <a:prstGeom prst="ellipse">
            <a:avLst/>
          </a:prstGeom>
          <a:solidFill>
            <a:schemeClr val="accent6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8" name="Google Shape;268;p17"/>
          <p:cNvSpPr/>
          <p:nvPr/>
        </p:nvSpPr>
        <p:spPr>
          <a:xfrm>
            <a:off x="8428728" y="2872945"/>
            <a:ext cx="611659" cy="1025611"/>
          </a:xfrm>
          <a:prstGeom prst="ellipse">
            <a:avLst/>
          </a:prstGeom>
          <a:solidFill>
            <a:schemeClr val="accent6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9" name="Google Shape;269;p17"/>
          <p:cNvSpPr txBox="1"/>
          <p:nvPr/>
        </p:nvSpPr>
        <p:spPr>
          <a:xfrm>
            <a:off x="1200244" y="5686948"/>
            <a:ext cx="10054200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dirty="0">
                <a:solidFill>
                  <a:schemeClr val="dk1"/>
                </a:solidFill>
                <a:latin typeface="Malgun Gothic"/>
                <a:ea typeface="Malgun Gothic"/>
                <a:sym typeface="Malgun Gothic"/>
              </a:rPr>
              <a:t>캐주얼 게임이라서 이해하기 쉬운 형태로 고정</a:t>
            </a:r>
            <a:r>
              <a:rPr lang="en-US" altLang="ko-KR" sz="1800" dirty="0">
                <a:solidFill>
                  <a:schemeClr val="dk1"/>
                </a:solidFill>
                <a:latin typeface="Malgun Gothic"/>
                <a:ea typeface="Malgun Gothic"/>
                <a:sym typeface="Malgun Gothic"/>
              </a:rPr>
              <a:t>.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dirty="0">
                <a:solidFill>
                  <a:schemeClr val="dk1"/>
                </a:solidFill>
                <a:latin typeface="Malgun Gothic"/>
                <a:ea typeface="Malgun Gothic"/>
                <a:sym typeface="Malgun Gothic"/>
              </a:rPr>
              <a:t>공격력 </a:t>
            </a:r>
            <a:r>
              <a:rPr lang="en-US" altLang="ko-KR" sz="1800" dirty="0">
                <a:solidFill>
                  <a:schemeClr val="dk1"/>
                </a:solidFill>
                <a:latin typeface="Malgun Gothic"/>
                <a:ea typeface="Malgun Gothic"/>
                <a:sym typeface="Malgun Gothic"/>
              </a:rPr>
              <a:t>– </a:t>
            </a:r>
            <a:r>
              <a:rPr lang="ko-KR" altLang="en-US" sz="1800" dirty="0">
                <a:solidFill>
                  <a:schemeClr val="dk1"/>
                </a:solidFill>
                <a:latin typeface="Malgun Gothic"/>
                <a:ea typeface="Malgun Gothic"/>
                <a:sym typeface="Malgun Gothic"/>
              </a:rPr>
              <a:t>공격</a:t>
            </a:r>
            <a:r>
              <a:rPr lang="en-US" altLang="ko-KR" sz="1800" dirty="0">
                <a:solidFill>
                  <a:schemeClr val="dk1"/>
                </a:solidFill>
                <a:latin typeface="Malgun Gothic"/>
                <a:ea typeface="Malgun Gothic"/>
                <a:sym typeface="Malgun Gothic"/>
              </a:rPr>
              <a:t>, </a:t>
            </a:r>
            <a:r>
              <a:rPr lang="ko-KR" altLang="en-US" sz="1800" dirty="0">
                <a:solidFill>
                  <a:schemeClr val="dk1"/>
                </a:solidFill>
                <a:latin typeface="Malgun Gothic"/>
                <a:ea typeface="Malgun Gothic"/>
                <a:sym typeface="Malgun Gothic"/>
              </a:rPr>
              <a:t>버프</a:t>
            </a:r>
            <a:r>
              <a:rPr lang="en-US" altLang="ko-KR" sz="1800" dirty="0">
                <a:solidFill>
                  <a:schemeClr val="dk1"/>
                </a:solidFill>
                <a:latin typeface="Malgun Gothic"/>
                <a:ea typeface="Malgun Gothic"/>
                <a:sym typeface="Malgun Gothic"/>
              </a:rPr>
              <a:t>, </a:t>
            </a:r>
            <a:r>
              <a:rPr lang="ko-KR" altLang="en-US" sz="1800" dirty="0" err="1">
                <a:solidFill>
                  <a:schemeClr val="dk1"/>
                </a:solidFill>
                <a:latin typeface="Malgun Gothic"/>
                <a:ea typeface="Malgun Gothic"/>
                <a:sym typeface="Malgun Gothic"/>
              </a:rPr>
              <a:t>디버프</a:t>
            </a:r>
            <a:r>
              <a:rPr lang="ko-KR" altLang="en-US" sz="1800" dirty="0">
                <a:solidFill>
                  <a:schemeClr val="dk1"/>
                </a:solidFill>
                <a:latin typeface="Malgun Gothic"/>
                <a:ea typeface="Malgun Gothic"/>
                <a:sym typeface="Malgun Gothic"/>
              </a:rPr>
              <a:t> 관련 스킬에 영향을 줌</a:t>
            </a:r>
            <a:endParaRPr lang="en-US" altLang="ko-KR" sz="1800" dirty="0">
              <a:solidFill>
                <a:schemeClr val="dk1"/>
              </a:solidFill>
              <a:latin typeface="Malgun Gothic"/>
              <a:ea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dirty="0">
                <a:solidFill>
                  <a:schemeClr val="dk1"/>
                </a:solidFill>
                <a:latin typeface="Malgun Gothic"/>
                <a:ea typeface="Malgun Gothic"/>
                <a:sym typeface="Malgun Gothic"/>
              </a:rPr>
              <a:t>방어력 </a:t>
            </a:r>
            <a:r>
              <a:rPr lang="en-US" altLang="ko-KR" sz="1800" dirty="0">
                <a:solidFill>
                  <a:schemeClr val="dk1"/>
                </a:solidFill>
                <a:latin typeface="Malgun Gothic"/>
                <a:ea typeface="Malgun Gothic"/>
                <a:sym typeface="Malgun Gothic"/>
              </a:rPr>
              <a:t>– </a:t>
            </a:r>
            <a:r>
              <a:rPr lang="ko-KR" altLang="en-US" sz="1800" dirty="0">
                <a:solidFill>
                  <a:schemeClr val="dk1"/>
                </a:solidFill>
                <a:latin typeface="Malgun Gothic"/>
                <a:ea typeface="Malgun Gothic"/>
                <a:sym typeface="Malgun Gothic"/>
              </a:rPr>
              <a:t>방어</a:t>
            </a:r>
            <a:r>
              <a:rPr lang="en-US" altLang="ko-KR" sz="1800" dirty="0">
                <a:solidFill>
                  <a:schemeClr val="dk1"/>
                </a:solidFill>
                <a:latin typeface="Malgun Gothic"/>
                <a:ea typeface="Malgun Gothic"/>
                <a:sym typeface="Malgun Gothic"/>
              </a:rPr>
              <a:t>, </a:t>
            </a:r>
            <a:r>
              <a:rPr lang="ko-KR" altLang="en-US" sz="1800" dirty="0">
                <a:solidFill>
                  <a:schemeClr val="dk1"/>
                </a:solidFill>
                <a:latin typeface="Malgun Gothic"/>
                <a:ea typeface="Malgun Gothic"/>
                <a:sym typeface="Malgun Gothic"/>
              </a:rPr>
              <a:t>버프</a:t>
            </a:r>
            <a:r>
              <a:rPr lang="en-US" altLang="ko-KR" sz="1800" dirty="0">
                <a:solidFill>
                  <a:schemeClr val="dk1"/>
                </a:solidFill>
                <a:latin typeface="Malgun Gothic"/>
                <a:ea typeface="Malgun Gothic"/>
                <a:sym typeface="Malgun Gothic"/>
              </a:rPr>
              <a:t>, </a:t>
            </a:r>
            <a:r>
              <a:rPr lang="ko-KR" altLang="en-US" sz="1800" dirty="0" err="1">
                <a:solidFill>
                  <a:schemeClr val="dk1"/>
                </a:solidFill>
                <a:latin typeface="Malgun Gothic"/>
                <a:ea typeface="Malgun Gothic"/>
                <a:sym typeface="Malgun Gothic"/>
              </a:rPr>
              <a:t>디버프</a:t>
            </a:r>
            <a:r>
              <a:rPr lang="en-US" altLang="ko-KR" sz="1800" dirty="0">
                <a:solidFill>
                  <a:schemeClr val="dk1"/>
                </a:solidFill>
                <a:latin typeface="Malgun Gothic"/>
                <a:ea typeface="Malgun Gothic"/>
                <a:sym typeface="Malgun Gothic"/>
              </a:rPr>
              <a:t> </a:t>
            </a:r>
            <a:r>
              <a:rPr lang="ko-KR" altLang="en-US" sz="1800" dirty="0">
                <a:solidFill>
                  <a:schemeClr val="dk1"/>
                </a:solidFill>
                <a:latin typeface="Malgun Gothic"/>
                <a:ea typeface="Malgun Gothic"/>
                <a:sym typeface="Malgun Gothic"/>
              </a:rPr>
              <a:t>관련 스킬에 영향을 줌 </a:t>
            </a:r>
            <a:r>
              <a:rPr lang="en-US" altLang="ko-KR" sz="1800" dirty="0">
                <a:solidFill>
                  <a:schemeClr val="dk1"/>
                </a:solidFill>
                <a:latin typeface="Malgun Gothic"/>
                <a:ea typeface="Malgun Gothic"/>
                <a:sym typeface="Malgun Gothic"/>
              </a:rPr>
              <a:t>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Malgun Gothic"/>
                <a:ea typeface="Malgun Gothic"/>
                <a:sym typeface="Malgun Gothic"/>
              </a:rPr>
              <a:t>Hp – </a:t>
            </a:r>
            <a:r>
              <a:rPr lang="ko-KR" altLang="en-US" sz="1800" dirty="0">
                <a:solidFill>
                  <a:schemeClr val="dk1"/>
                </a:solidFill>
                <a:latin typeface="Malgun Gothic"/>
                <a:ea typeface="Malgun Gothic"/>
                <a:sym typeface="Malgun Gothic"/>
              </a:rPr>
              <a:t>힐</a:t>
            </a:r>
            <a:r>
              <a:rPr lang="en-US" altLang="ko-KR" sz="1800" dirty="0">
                <a:solidFill>
                  <a:schemeClr val="dk1"/>
                </a:solidFill>
                <a:latin typeface="Malgun Gothic"/>
                <a:ea typeface="Malgun Gothic"/>
                <a:sym typeface="Malgun Gothic"/>
              </a:rPr>
              <a:t>, </a:t>
            </a:r>
            <a:r>
              <a:rPr lang="ko-KR" altLang="en-US" sz="1800" dirty="0">
                <a:solidFill>
                  <a:schemeClr val="dk1"/>
                </a:solidFill>
                <a:latin typeface="Malgun Gothic"/>
                <a:ea typeface="Malgun Gothic"/>
                <a:sym typeface="Malgun Gothic"/>
              </a:rPr>
              <a:t>버프</a:t>
            </a:r>
            <a:r>
              <a:rPr lang="en-US" altLang="ko-KR" sz="1800" dirty="0">
                <a:solidFill>
                  <a:schemeClr val="dk1"/>
                </a:solidFill>
                <a:latin typeface="Malgun Gothic"/>
                <a:ea typeface="Malgun Gothic"/>
                <a:sym typeface="Malgun Gothic"/>
              </a:rPr>
              <a:t>, </a:t>
            </a:r>
            <a:r>
              <a:rPr lang="ko-KR" altLang="en-US" sz="1800" dirty="0" err="1">
                <a:solidFill>
                  <a:schemeClr val="dk1"/>
                </a:solidFill>
                <a:latin typeface="Malgun Gothic"/>
                <a:ea typeface="Malgun Gothic"/>
                <a:sym typeface="Malgun Gothic"/>
              </a:rPr>
              <a:t>디버프</a:t>
            </a:r>
            <a:r>
              <a:rPr lang="ko-KR" altLang="en-US" sz="1800" dirty="0">
                <a:solidFill>
                  <a:schemeClr val="dk1"/>
                </a:solidFill>
                <a:latin typeface="Malgun Gothic"/>
                <a:ea typeface="Malgun Gothic"/>
                <a:sym typeface="Malgun Gothic"/>
              </a:rPr>
              <a:t> 관련 스킬에 영향을 줌</a:t>
            </a:r>
            <a:endParaRPr dirty="0"/>
          </a:p>
        </p:txBody>
      </p:sp>
      <p:sp>
        <p:nvSpPr>
          <p:cNvPr id="270" name="Google Shape;270;p17"/>
          <p:cNvSpPr/>
          <p:nvPr/>
        </p:nvSpPr>
        <p:spPr>
          <a:xfrm>
            <a:off x="2365290" y="2200468"/>
            <a:ext cx="2151000" cy="3396300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1" name="Google Shape;271;p17"/>
          <p:cNvSpPr/>
          <p:nvPr/>
        </p:nvSpPr>
        <p:spPr>
          <a:xfrm>
            <a:off x="5017233" y="2200468"/>
            <a:ext cx="2151105" cy="3396176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2" name="Google Shape;272;p17"/>
          <p:cNvSpPr/>
          <p:nvPr/>
        </p:nvSpPr>
        <p:spPr>
          <a:xfrm>
            <a:off x="7659004" y="2200468"/>
            <a:ext cx="2151105" cy="3396176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2259D55-B507-49A8-BF55-EDB41DBFEEA1}"/>
              </a:ext>
            </a:extLst>
          </p:cNvPr>
          <p:cNvSpPr txBox="1"/>
          <p:nvPr/>
        </p:nvSpPr>
        <p:spPr>
          <a:xfrm>
            <a:off x="3104606" y="2228929"/>
            <a:ext cx="6928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아군 </a:t>
            </a:r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3D23063-B1CA-408B-94B4-4584DA9E6616}"/>
              </a:ext>
            </a:extLst>
          </p:cNvPr>
          <p:cNvSpPr txBox="1"/>
          <p:nvPr/>
        </p:nvSpPr>
        <p:spPr>
          <a:xfrm>
            <a:off x="5746375" y="2228929"/>
            <a:ext cx="6928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아군 </a:t>
            </a:r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FA48E99-8B5B-4974-920D-B689A97C2F89}"/>
              </a:ext>
            </a:extLst>
          </p:cNvPr>
          <p:cNvSpPr txBox="1"/>
          <p:nvPr/>
        </p:nvSpPr>
        <p:spPr>
          <a:xfrm>
            <a:off x="8388146" y="2228928"/>
            <a:ext cx="6928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아군 </a:t>
            </a:r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17" name="Google Shape;287;p12">
            <a:extLst>
              <a:ext uri="{FF2B5EF4-FFF2-40B4-BE49-F238E27FC236}">
                <a16:creationId xmlns:a16="http://schemas.microsoft.com/office/drawing/2014/main" id="{4B668B8E-4728-48B2-B2E4-03FD3B40733A}"/>
              </a:ext>
            </a:extLst>
          </p:cNvPr>
          <p:cNvSpPr txBox="1"/>
          <p:nvPr/>
        </p:nvSpPr>
        <p:spPr>
          <a:xfrm>
            <a:off x="2755953" y="4022811"/>
            <a:ext cx="1390124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공격력: 100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방어력: 20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Hp</a:t>
            </a:r>
            <a:r>
              <a:rPr lang="ko-KR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: 80</a:t>
            </a:r>
            <a:endParaRPr sz="18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" name="Google Shape;287;p12">
            <a:extLst>
              <a:ext uri="{FF2B5EF4-FFF2-40B4-BE49-F238E27FC236}">
                <a16:creationId xmlns:a16="http://schemas.microsoft.com/office/drawing/2014/main" id="{02C4D911-1ACB-427F-942F-85A1F7AF44AB}"/>
              </a:ext>
            </a:extLst>
          </p:cNvPr>
          <p:cNvSpPr txBox="1"/>
          <p:nvPr/>
        </p:nvSpPr>
        <p:spPr>
          <a:xfrm>
            <a:off x="5397722" y="3993084"/>
            <a:ext cx="1390124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공격력: </a:t>
            </a:r>
            <a:r>
              <a:rPr lang="en-US" altLang="ko-KR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r>
              <a:rPr lang="ko-KR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0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방어력: </a:t>
            </a:r>
            <a:r>
              <a:rPr lang="en-US" altLang="ko-KR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r>
              <a:rPr lang="ko-KR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20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Hp</a:t>
            </a:r>
            <a:r>
              <a:rPr lang="ko-KR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: 80</a:t>
            </a:r>
            <a:endParaRPr sz="18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" name="Google Shape;287;p12">
            <a:extLst>
              <a:ext uri="{FF2B5EF4-FFF2-40B4-BE49-F238E27FC236}">
                <a16:creationId xmlns:a16="http://schemas.microsoft.com/office/drawing/2014/main" id="{4B177375-5D2E-4D00-BBDA-9528E54B93C2}"/>
              </a:ext>
            </a:extLst>
          </p:cNvPr>
          <p:cNvSpPr txBox="1"/>
          <p:nvPr/>
        </p:nvSpPr>
        <p:spPr>
          <a:xfrm>
            <a:off x="8037389" y="4022811"/>
            <a:ext cx="1390124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공격력: </a:t>
            </a:r>
            <a:r>
              <a:rPr lang="en-US" altLang="ko-KR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6</a:t>
            </a:r>
            <a:r>
              <a:rPr lang="ko-KR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0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방어력: </a:t>
            </a:r>
            <a:r>
              <a:rPr lang="en-US" altLang="ko-KR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7</a:t>
            </a:r>
            <a:r>
              <a:rPr lang="ko-KR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0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Hp</a:t>
            </a:r>
            <a:r>
              <a:rPr lang="ko-KR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: </a:t>
            </a:r>
            <a:r>
              <a:rPr lang="en-US" altLang="ko-KR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10</a:t>
            </a:r>
            <a:r>
              <a:rPr lang="ko-KR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0</a:t>
            </a:r>
            <a:endParaRPr sz="18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1510097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6E20F1-EA5B-4E81-BC50-91E67F361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전투 플로우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6D0A8F0-FA92-49E2-833E-ECB9E1C109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9497" y="57997"/>
            <a:ext cx="7594135" cy="6742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30051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ko-KR" dirty="0"/>
              <a:t>전투 시스템 </a:t>
            </a:r>
            <a:endParaRPr dirty="0"/>
          </a:p>
        </p:txBody>
      </p:sp>
      <p:sp>
        <p:nvSpPr>
          <p:cNvPr id="103" name="Google Shape;103;p3"/>
          <p:cNvSpPr/>
          <p:nvPr/>
        </p:nvSpPr>
        <p:spPr>
          <a:xfrm>
            <a:off x="2009003" y="1789543"/>
            <a:ext cx="8173994" cy="3931636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4" name="Google Shape;104;p3"/>
          <p:cNvSpPr/>
          <p:nvPr/>
        </p:nvSpPr>
        <p:spPr>
          <a:xfrm>
            <a:off x="8243760" y="2903836"/>
            <a:ext cx="611659" cy="1025611"/>
          </a:xfrm>
          <a:prstGeom prst="ellipse">
            <a:avLst/>
          </a:prstGeom>
          <a:solidFill>
            <a:srgbClr val="C55A1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7433878" y="2903836"/>
            <a:ext cx="611659" cy="1025611"/>
          </a:xfrm>
          <a:prstGeom prst="ellipse">
            <a:avLst/>
          </a:prstGeom>
          <a:solidFill>
            <a:srgbClr val="C55A1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9053642" y="2903836"/>
            <a:ext cx="611659" cy="1025611"/>
          </a:xfrm>
          <a:prstGeom prst="ellipse">
            <a:avLst/>
          </a:prstGeom>
          <a:solidFill>
            <a:srgbClr val="C55A1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7" name="Google Shape;107;p3"/>
          <p:cNvSpPr/>
          <p:nvPr/>
        </p:nvSpPr>
        <p:spPr>
          <a:xfrm>
            <a:off x="3516400" y="2903836"/>
            <a:ext cx="611659" cy="1025611"/>
          </a:xfrm>
          <a:prstGeom prst="ellipse">
            <a:avLst/>
          </a:prstGeom>
          <a:solidFill>
            <a:schemeClr val="accent6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2706518" y="2903836"/>
            <a:ext cx="611659" cy="1025611"/>
          </a:xfrm>
          <a:prstGeom prst="ellipse">
            <a:avLst/>
          </a:prstGeom>
          <a:solidFill>
            <a:schemeClr val="accent6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4326282" y="2903836"/>
            <a:ext cx="611659" cy="1025611"/>
          </a:xfrm>
          <a:prstGeom prst="ellipse">
            <a:avLst/>
          </a:prstGeom>
          <a:solidFill>
            <a:schemeClr val="accent6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0" name="Google Shape;110;p3"/>
          <p:cNvSpPr/>
          <p:nvPr/>
        </p:nvSpPr>
        <p:spPr>
          <a:xfrm>
            <a:off x="2009003" y="4361935"/>
            <a:ext cx="8173994" cy="1359244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1" name="Google Shape;111;p3"/>
          <p:cNvSpPr/>
          <p:nvPr/>
        </p:nvSpPr>
        <p:spPr>
          <a:xfrm>
            <a:off x="8973063" y="4487686"/>
            <a:ext cx="914400" cy="106667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카드</a:t>
            </a: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덱</a:t>
            </a: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2" name="Google Shape;112;p3"/>
          <p:cNvSpPr txBox="1"/>
          <p:nvPr/>
        </p:nvSpPr>
        <p:spPr>
          <a:xfrm>
            <a:off x="3481728" y="2410253"/>
            <a:ext cx="6463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아군</a:t>
            </a:r>
            <a:endParaRPr/>
          </a:p>
        </p:txBody>
      </p:sp>
      <p:sp>
        <p:nvSpPr>
          <p:cNvPr id="113" name="Google Shape;113;p3"/>
          <p:cNvSpPr txBox="1"/>
          <p:nvPr/>
        </p:nvSpPr>
        <p:spPr>
          <a:xfrm>
            <a:off x="8111007" y="2399264"/>
            <a:ext cx="87716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몬스터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4" name="Google Shape;114;p3"/>
          <p:cNvSpPr/>
          <p:nvPr/>
        </p:nvSpPr>
        <p:spPr>
          <a:xfrm>
            <a:off x="2009003" y="1789543"/>
            <a:ext cx="631224" cy="1359244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턴 표시</a:t>
            </a:r>
            <a:endParaRPr/>
          </a:p>
        </p:txBody>
      </p:sp>
      <p:sp>
        <p:nvSpPr>
          <p:cNvPr id="115" name="Google Shape;115;p3"/>
          <p:cNvSpPr txBox="1"/>
          <p:nvPr/>
        </p:nvSpPr>
        <p:spPr>
          <a:xfrm>
            <a:off x="1018509" y="5721179"/>
            <a:ext cx="10931198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전투 노드를 선택했을 때 진행되는 </a:t>
            </a:r>
            <a:r>
              <a:rPr lang="ko-KR" altLang="en-US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단계</a:t>
            </a:r>
            <a:r>
              <a:rPr lang="en-US" altLang="ko-KR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. </a:t>
            </a:r>
            <a:endParaRPr sz="18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몬스터</a:t>
            </a:r>
            <a:r>
              <a:rPr lang="en-US" altLang="ko-KR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팀이나 아군</a:t>
            </a:r>
            <a:r>
              <a:rPr lang="en-US" altLang="ko-KR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팀 중 한쪽의 모든 캐릭터 </a:t>
            </a:r>
            <a:r>
              <a:rPr lang="ko-KR"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hp가</a:t>
            </a:r>
            <a:r>
              <a:rPr lang="ko-KR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0이 되었을 때 종료된다.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몬스터</a:t>
            </a:r>
            <a:r>
              <a:rPr lang="en-US" altLang="ko-KR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팀의 </a:t>
            </a:r>
            <a:r>
              <a:rPr lang="ko-KR"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hp가</a:t>
            </a:r>
            <a:r>
              <a:rPr lang="ko-KR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0이 되었을 때 아군팀의 승리 판정, 아군팀의 </a:t>
            </a:r>
            <a:r>
              <a:rPr lang="ko-KR"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hp가</a:t>
            </a:r>
            <a:r>
              <a:rPr lang="ko-KR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0이 되었을 때 아군팀의 패배 판정. </a:t>
            </a:r>
            <a:endParaRPr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791A188-C8C2-4335-B8BB-BAAD513493CC}"/>
              </a:ext>
            </a:extLst>
          </p:cNvPr>
          <p:cNvSpPr txBox="1"/>
          <p:nvPr/>
        </p:nvSpPr>
        <p:spPr>
          <a:xfrm>
            <a:off x="8863915" y="1775570"/>
            <a:ext cx="13612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전투 화면 예시</a:t>
            </a:r>
          </a:p>
        </p:txBody>
      </p:sp>
      <p:sp>
        <p:nvSpPr>
          <p:cNvPr id="22" name="Google Shape;111;p3">
            <a:extLst>
              <a:ext uri="{FF2B5EF4-FFF2-40B4-BE49-F238E27FC236}">
                <a16:creationId xmlns:a16="http://schemas.microsoft.com/office/drawing/2014/main" id="{C6CDEA2F-D3F7-4011-A01F-0CCBA55320E7}"/>
              </a:ext>
            </a:extLst>
          </p:cNvPr>
          <p:cNvSpPr/>
          <p:nvPr/>
        </p:nvSpPr>
        <p:spPr>
          <a:xfrm>
            <a:off x="7739707" y="4033199"/>
            <a:ext cx="2399218" cy="256182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코스트 표시</a:t>
            </a:r>
            <a:endParaRPr sz="1800" b="0" i="0" u="none" strike="noStrike" cap="none" dirty="0">
              <a:solidFill>
                <a:schemeClr val="tx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ko-KR" dirty="0"/>
              <a:t>캐릭터 HP </a:t>
            </a:r>
            <a:endParaRPr dirty="0"/>
          </a:p>
        </p:txBody>
      </p:sp>
      <p:sp>
        <p:nvSpPr>
          <p:cNvPr id="241" name="Google Shape;241;p11"/>
          <p:cNvSpPr/>
          <p:nvPr/>
        </p:nvSpPr>
        <p:spPr>
          <a:xfrm>
            <a:off x="3035460" y="2331851"/>
            <a:ext cx="611659" cy="1025611"/>
          </a:xfrm>
          <a:prstGeom prst="ellipse">
            <a:avLst/>
          </a:prstGeom>
          <a:solidFill>
            <a:schemeClr val="accent6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42" name="Google Shape;242;p11"/>
          <p:cNvSpPr/>
          <p:nvPr/>
        </p:nvSpPr>
        <p:spPr>
          <a:xfrm>
            <a:off x="1165385" y="2341120"/>
            <a:ext cx="611659" cy="1025611"/>
          </a:xfrm>
          <a:prstGeom prst="ellipse">
            <a:avLst/>
          </a:prstGeom>
          <a:solidFill>
            <a:schemeClr val="accent6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43" name="Google Shape;243;p11"/>
          <p:cNvSpPr/>
          <p:nvPr/>
        </p:nvSpPr>
        <p:spPr>
          <a:xfrm>
            <a:off x="4798542" y="2331851"/>
            <a:ext cx="611659" cy="1025611"/>
          </a:xfrm>
          <a:prstGeom prst="ellipse">
            <a:avLst/>
          </a:prstGeom>
          <a:solidFill>
            <a:schemeClr val="accent6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44" name="Google Shape;244;p11"/>
          <p:cNvSpPr txBox="1"/>
          <p:nvPr/>
        </p:nvSpPr>
        <p:spPr>
          <a:xfrm>
            <a:off x="1053684" y="1751992"/>
            <a:ext cx="1073464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아군</a:t>
            </a:r>
            <a:r>
              <a:rPr lang="en-US" altLang="ko-KR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1</a:t>
            </a:r>
            <a:endParaRPr dirty="0"/>
          </a:p>
        </p:txBody>
      </p:sp>
      <p:sp>
        <p:nvSpPr>
          <p:cNvPr id="249" name="Google Shape;249;p11"/>
          <p:cNvSpPr/>
          <p:nvPr/>
        </p:nvSpPr>
        <p:spPr>
          <a:xfrm>
            <a:off x="1029460" y="2204428"/>
            <a:ext cx="883508" cy="45719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50" name="Google Shape;250;p11"/>
          <p:cNvSpPr/>
          <p:nvPr/>
        </p:nvSpPr>
        <p:spPr>
          <a:xfrm>
            <a:off x="2899535" y="2195160"/>
            <a:ext cx="883508" cy="45719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51" name="Google Shape;251;p11"/>
          <p:cNvSpPr/>
          <p:nvPr/>
        </p:nvSpPr>
        <p:spPr>
          <a:xfrm>
            <a:off x="4668795" y="2195160"/>
            <a:ext cx="883508" cy="45719"/>
          </a:xfrm>
          <a:prstGeom prst="roundRect">
            <a:avLst>
              <a:gd name="adj" fmla="val 16667"/>
            </a:avLst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55" name="Google Shape;255;p11"/>
          <p:cNvSpPr txBox="1"/>
          <p:nvPr/>
        </p:nvSpPr>
        <p:spPr>
          <a:xfrm>
            <a:off x="628391" y="5615732"/>
            <a:ext cx="8372805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캐릭터</a:t>
            </a:r>
            <a:r>
              <a:rPr lang="ko-KR" altLang="en-US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는 각자</a:t>
            </a:r>
            <a:r>
              <a:rPr lang="ko-KR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hp</a:t>
            </a:r>
            <a:r>
              <a:rPr lang="ko-KR" altLang="en-US"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를</a:t>
            </a:r>
            <a:r>
              <a:rPr lang="ko-KR" altLang="en-US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가지고 있다</a:t>
            </a:r>
            <a:r>
              <a:rPr lang="en-US" altLang="ko-KR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.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Hp가</a:t>
            </a:r>
            <a:r>
              <a:rPr lang="ko-KR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0이 </a:t>
            </a:r>
            <a:r>
              <a:rPr lang="ko-KR" altLang="en-US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된 </a:t>
            </a:r>
            <a:r>
              <a:rPr lang="ko-KR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캐릭터</a:t>
            </a:r>
            <a:r>
              <a:rPr lang="ko-KR" altLang="en-US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는</a:t>
            </a:r>
            <a:r>
              <a:rPr lang="ko-KR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전투 불능 상태에 빠진다. </a:t>
            </a:r>
            <a:endParaRPr lang="en-US" altLang="ko-KR" sz="18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전투 불능이 된 캐릭터의 스킬</a:t>
            </a:r>
            <a:r>
              <a:rPr lang="ko-KR" altLang="en-US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카드는 </a:t>
            </a:r>
            <a:r>
              <a:rPr lang="ko-KR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 </a:t>
            </a:r>
            <a:r>
              <a:rPr lang="ko-KR"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덱에서</a:t>
            </a:r>
            <a:r>
              <a:rPr lang="ko-KR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제외되고 드로우 한다. </a:t>
            </a:r>
            <a:endParaRPr lang="ko-KR" altLang="en-US" sz="18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endParaRPr sz="18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57" name="Google Shape;257;p11"/>
          <p:cNvSpPr/>
          <p:nvPr/>
        </p:nvSpPr>
        <p:spPr>
          <a:xfrm>
            <a:off x="1029343" y="2201561"/>
            <a:ext cx="327273" cy="50291"/>
          </a:xfrm>
          <a:prstGeom prst="roundRect">
            <a:avLst>
              <a:gd name="adj" fmla="val 16667"/>
            </a:avLst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" name="Google Shape;244;p11">
            <a:extLst>
              <a:ext uri="{FF2B5EF4-FFF2-40B4-BE49-F238E27FC236}">
                <a16:creationId xmlns:a16="http://schemas.microsoft.com/office/drawing/2014/main" id="{0EBF4E60-B192-4ED3-A070-794D0942B27D}"/>
              </a:ext>
            </a:extLst>
          </p:cNvPr>
          <p:cNvSpPr txBox="1"/>
          <p:nvPr/>
        </p:nvSpPr>
        <p:spPr>
          <a:xfrm>
            <a:off x="2804557" y="1742724"/>
            <a:ext cx="1073464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아군</a:t>
            </a:r>
            <a:r>
              <a:rPr lang="en-US" altLang="ko-KR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2</a:t>
            </a:r>
            <a:endParaRPr dirty="0"/>
          </a:p>
        </p:txBody>
      </p:sp>
      <p:sp>
        <p:nvSpPr>
          <p:cNvPr id="23" name="Google Shape;244;p11">
            <a:extLst>
              <a:ext uri="{FF2B5EF4-FFF2-40B4-BE49-F238E27FC236}">
                <a16:creationId xmlns:a16="http://schemas.microsoft.com/office/drawing/2014/main" id="{125BC7D9-D482-49A2-8375-1A9736174DE7}"/>
              </a:ext>
            </a:extLst>
          </p:cNvPr>
          <p:cNvSpPr txBox="1"/>
          <p:nvPr/>
        </p:nvSpPr>
        <p:spPr>
          <a:xfrm>
            <a:off x="4567639" y="1742704"/>
            <a:ext cx="1073464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아군</a:t>
            </a:r>
            <a:r>
              <a:rPr lang="en-US" altLang="ko-KR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3</a:t>
            </a:r>
            <a:endParaRPr dirty="0"/>
          </a:p>
        </p:txBody>
      </p:sp>
      <p:sp>
        <p:nvSpPr>
          <p:cNvPr id="29" name="Google Shape;167;p6">
            <a:extLst>
              <a:ext uri="{FF2B5EF4-FFF2-40B4-BE49-F238E27FC236}">
                <a16:creationId xmlns:a16="http://schemas.microsoft.com/office/drawing/2014/main" id="{F5BEC7D8-2651-460F-8673-87C680EFB14A}"/>
              </a:ext>
            </a:extLst>
          </p:cNvPr>
          <p:cNvSpPr/>
          <p:nvPr/>
        </p:nvSpPr>
        <p:spPr>
          <a:xfrm>
            <a:off x="4554773" y="3558845"/>
            <a:ext cx="487538" cy="507322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 </a:t>
            </a:r>
            <a:r>
              <a:rPr lang="en-US" alt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C</a:t>
            </a:r>
            <a:endParaRPr sz="11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1" name="Google Shape;167;p6">
            <a:extLst>
              <a:ext uri="{FF2B5EF4-FFF2-40B4-BE49-F238E27FC236}">
                <a16:creationId xmlns:a16="http://schemas.microsoft.com/office/drawing/2014/main" id="{B2646FF4-A000-4BC2-98D7-3A482CB0769E}"/>
              </a:ext>
            </a:extLst>
          </p:cNvPr>
          <p:cNvSpPr/>
          <p:nvPr/>
        </p:nvSpPr>
        <p:spPr>
          <a:xfrm>
            <a:off x="4554773" y="4133119"/>
            <a:ext cx="487538" cy="507322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 </a:t>
            </a:r>
            <a:r>
              <a:rPr lang="en-US" alt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C</a:t>
            </a:r>
            <a:endParaRPr sz="11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2" name="Google Shape;167;p6">
            <a:extLst>
              <a:ext uri="{FF2B5EF4-FFF2-40B4-BE49-F238E27FC236}">
                <a16:creationId xmlns:a16="http://schemas.microsoft.com/office/drawing/2014/main" id="{AD37473E-DDB1-495B-B74B-EE1C23C16D91}"/>
              </a:ext>
            </a:extLst>
          </p:cNvPr>
          <p:cNvSpPr/>
          <p:nvPr/>
        </p:nvSpPr>
        <p:spPr>
          <a:xfrm>
            <a:off x="4554773" y="4689806"/>
            <a:ext cx="487538" cy="507322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 </a:t>
            </a:r>
            <a:r>
              <a:rPr lang="en-US" alt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C</a:t>
            </a:r>
            <a:endParaRPr sz="11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5" name="Google Shape;103;p3">
            <a:extLst>
              <a:ext uri="{FF2B5EF4-FFF2-40B4-BE49-F238E27FC236}">
                <a16:creationId xmlns:a16="http://schemas.microsoft.com/office/drawing/2014/main" id="{A36AA62E-7E9C-44C7-8328-D18864262384}"/>
              </a:ext>
            </a:extLst>
          </p:cNvPr>
          <p:cNvSpPr/>
          <p:nvPr/>
        </p:nvSpPr>
        <p:spPr>
          <a:xfrm>
            <a:off x="707505" y="1532264"/>
            <a:ext cx="5121795" cy="3793471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6" name="Google Shape;167;p6">
            <a:extLst>
              <a:ext uri="{FF2B5EF4-FFF2-40B4-BE49-F238E27FC236}">
                <a16:creationId xmlns:a16="http://schemas.microsoft.com/office/drawing/2014/main" id="{44175B6A-5B17-4E84-A4FB-EF19BBFD2392}"/>
              </a:ext>
            </a:extLst>
          </p:cNvPr>
          <p:cNvSpPr/>
          <p:nvPr/>
        </p:nvSpPr>
        <p:spPr>
          <a:xfrm>
            <a:off x="921616" y="3558845"/>
            <a:ext cx="487538" cy="507322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 </a:t>
            </a:r>
            <a:r>
              <a:rPr lang="en-US" alt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A</a:t>
            </a:r>
            <a:endParaRPr sz="11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7" name="Google Shape;177;p6">
            <a:extLst>
              <a:ext uri="{FF2B5EF4-FFF2-40B4-BE49-F238E27FC236}">
                <a16:creationId xmlns:a16="http://schemas.microsoft.com/office/drawing/2014/main" id="{CCF3325C-5E9C-46D2-B59F-22EC4BB12497}"/>
              </a:ext>
            </a:extLst>
          </p:cNvPr>
          <p:cNvSpPr/>
          <p:nvPr/>
        </p:nvSpPr>
        <p:spPr>
          <a:xfrm>
            <a:off x="2804557" y="3558845"/>
            <a:ext cx="487538" cy="507322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 </a:t>
            </a:r>
            <a:r>
              <a:rPr lang="en-US" alt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B</a:t>
            </a:r>
            <a:endParaRPr sz="11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8" name="Google Shape;167;p6">
            <a:extLst>
              <a:ext uri="{FF2B5EF4-FFF2-40B4-BE49-F238E27FC236}">
                <a16:creationId xmlns:a16="http://schemas.microsoft.com/office/drawing/2014/main" id="{A25D5885-11A3-4CFE-AFA9-EC6F1DE6F62C}"/>
              </a:ext>
            </a:extLst>
          </p:cNvPr>
          <p:cNvSpPr/>
          <p:nvPr/>
        </p:nvSpPr>
        <p:spPr>
          <a:xfrm>
            <a:off x="921616" y="4133119"/>
            <a:ext cx="487538" cy="507322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 </a:t>
            </a:r>
            <a:r>
              <a:rPr lang="en-US" alt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A</a:t>
            </a:r>
            <a:endParaRPr sz="11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9" name="Google Shape;167;p6">
            <a:extLst>
              <a:ext uri="{FF2B5EF4-FFF2-40B4-BE49-F238E27FC236}">
                <a16:creationId xmlns:a16="http://schemas.microsoft.com/office/drawing/2014/main" id="{99F715E1-17CE-4068-886A-FA791EC699C9}"/>
              </a:ext>
            </a:extLst>
          </p:cNvPr>
          <p:cNvSpPr/>
          <p:nvPr/>
        </p:nvSpPr>
        <p:spPr>
          <a:xfrm>
            <a:off x="921616" y="4689806"/>
            <a:ext cx="487538" cy="507322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 </a:t>
            </a:r>
            <a:r>
              <a:rPr lang="en-US" alt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A</a:t>
            </a:r>
            <a:endParaRPr sz="11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0" name="Google Shape;177;p6">
            <a:extLst>
              <a:ext uri="{FF2B5EF4-FFF2-40B4-BE49-F238E27FC236}">
                <a16:creationId xmlns:a16="http://schemas.microsoft.com/office/drawing/2014/main" id="{5CF82600-D9DB-4F38-AF57-BBF53796FA7C}"/>
              </a:ext>
            </a:extLst>
          </p:cNvPr>
          <p:cNvSpPr/>
          <p:nvPr/>
        </p:nvSpPr>
        <p:spPr>
          <a:xfrm>
            <a:off x="2804557" y="4119323"/>
            <a:ext cx="487538" cy="507322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 </a:t>
            </a:r>
            <a:r>
              <a:rPr lang="en-US" alt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B</a:t>
            </a:r>
            <a:endParaRPr sz="11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1" name="Google Shape;177;p6">
            <a:extLst>
              <a:ext uri="{FF2B5EF4-FFF2-40B4-BE49-F238E27FC236}">
                <a16:creationId xmlns:a16="http://schemas.microsoft.com/office/drawing/2014/main" id="{89707110-077B-4A0E-91A1-608C3C4A3185}"/>
              </a:ext>
            </a:extLst>
          </p:cNvPr>
          <p:cNvSpPr/>
          <p:nvPr/>
        </p:nvSpPr>
        <p:spPr>
          <a:xfrm>
            <a:off x="2804556" y="4676010"/>
            <a:ext cx="487538" cy="507322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 </a:t>
            </a:r>
            <a:r>
              <a:rPr lang="en-US" alt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B</a:t>
            </a:r>
            <a:endParaRPr sz="11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8" name="Google Shape;257;p11">
            <a:extLst>
              <a:ext uri="{FF2B5EF4-FFF2-40B4-BE49-F238E27FC236}">
                <a16:creationId xmlns:a16="http://schemas.microsoft.com/office/drawing/2014/main" id="{4E9B4449-DBB3-49E4-A0EA-60A57CBE761B}"/>
              </a:ext>
            </a:extLst>
          </p:cNvPr>
          <p:cNvSpPr/>
          <p:nvPr/>
        </p:nvSpPr>
        <p:spPr>
          <a:xfrm>
            <a:off x="2899535" y="2192873"/>
            <a:ext cx="327273" cy="50291"/>
          </a:xfrm>
          <a:prstGeom prst="roundRect">
            <a:avLst>
              <a:gd name="adj" fmla="val 16667"/>
            </a:avLst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BE6ABDD1-7FE6-4D72-B2B8-949E73BD6AC7}"/>
              </a:ext>
            </a:extLst>
          </p:cNvPr>
          <p:cNvCxnSpPr>
            <a:cxnSpLocks/>
          </p:cNvCxnSpPr>
          <p:nvPr/>
        </p:nvCxnSpPr>
        <p:spPr>
          <a:xfrm>
            <a:off x="6096000" y="3495524"/>
            <a:ext cx="57849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Google Shape;241;p11">
            <a:extLst>
              <a:ext uri="{FF2B5EF4-FFF2-40B4-BE49-F238E27FC236}">
                <a16:creationId xmlns:a16="http://schemas.microsoft.com/office/drawing/2014/main" id="{3455C337-C5A7-4C06-9D93-3D2DFEED2D77}"/>
              </a:ext>
            </a:extLst>
          </p:cNvPr>
          <p:cNvSpPr/>
          <p:nvPr/>
        </p:nvSpPr>
        <p:spPr>
          <a:xfrm>
            <a:off x="9120481" y="2331851"/>
            <a:ext cx="611659" cy="1025611"/>
          </a:xfrm>
          <a:prstGeom prst="ellipse">
            <a:avLst/>
          </a:prstGeom>
          <a:solidFill>
            <a:schemeClr val="accent6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5" name="Google Shape;242;p11">
            <a:extLst>
              <a:ext uri="{FF2B5EF4-FFF2-40B4-BE49-F238E27FC236}">
                <a16:creationId xmlns:a16="http://schemas.microsoft.com/office/drawing/2014/main" id="{16B9F5DF-AD73-46EC-BD82-CAC541E2D31A}"/>
              </a:ext>
            </a:extLst>
          </p:cNvPr>
          <p:cNvSpPr/>
          <p:nvPr/>
        </p:nvSpPr>
        <p:spPr>
          <a:xfrm>
            <a:off x="7250406" y="2341120"/>
            <a:ext cx="611659" cy="1025611"/>
          </a:xfrm>
          <a:prstGeom prst="ellipse">
            <a:avLst/>
          </a:prstGeom>
          <a:solidFill>
            <a:schemeClr val="accent6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6" name="Google Shape;243;p11">
            <a:extLst>
              <a:ext uri="{FF2B5EF4-FFF2-40B4-BE49-F238E27FC236}">
                <a16:creationId xmlns:a16="http://schemas.microsoft.com/office/drawing/2014/main" id="{04A85C4F-D823-4230-8EFB-58B043319A36}"/>
              </a:ext>
            </a:extLst>
          </p:cNvPr>
          <p:cNvSpPr/>
          <p:nvPr/>
        </p:nvSpPr>
        <p:spPr>
          <a:xfrm>
            <a:off x="10883563" y="2331851"/>
            <a:ext cx="611659" cy="1025611"/>
          </a:xfrm>
          <a:prstGeom prst="ellipse">
            <a:avLst/>
          </a:prstGeom>
          <a:solidFill>
            <a:schemeClr val="accent6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7" name="Google Shape;244;p11">
            <a:extLst>
              <a:ext uri="{FF2B5EF4-FFF2-40B4-BE49-F238E27FC236}">
                <a16:creationId xmlns:a16="http://schemas.microsoft.com/office/drawing/2014/main" id="{27C0096E-229F-4EFC-B782-DAA18C04B845}"/>
              </a:ext>
            </a:extLst>
          </p:cNvPr>
          <p:cNvSpPr txBox="1"/>
          <p:nvPr/>
        </p:nvSpPr>
        <p:spPr>
          <a:xfrm>
            <a:off x="7138705" y="1751992"/>
            <a:ext cx="1073464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아군</a:t>
            </a:r>
            <a:r>
              <a:rPr lang="en-US" altLang="ko-KR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1</a:t>
            </a:r>
            <a:endParaRPr dirty="0"/>
          </a:p>
        </p:txBody>
      </p:sp>
      <p:sp>
        <p:nvSpPr>
          <p:cNvPr id="58" name="Google Shape;249;p11">
            <a:extLst>
              <a:ext uri="{FF2B5EF4-FFF2-40B4-BE49-F238E27FC236}">
                <a16:creationId xmlns:a16="http://schemas.microsoft.com/office/drawing/2014/main" id="{06D5CBA4-71E7-43C7-AF85-FE99ADB1137D}"/>
              </a:ext>
            </a:extLst>
          </p:cNvPr>
          <p:cNvSpPr/>
          <p:nvPr/>
        </p:nvSpPr>
        <p:spPr>
          <a:xfrm>
            <a:off x="7114481" y="2204428"/>
            <a:ext cx="883508" cy="45719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9" name="Google Shape;250;p11">
            <a:extLst>
              <a:ext uri="{FF2B5EF4-FFF2-40B4-BE49-F238E27FC236}">
                <a16:creationId xmlns:a16="http://schemas.microsoft.com/office/drawing/2014/main" id="{5E8B85B1-F3FE-401F-9ADC-6EB3F283B3E4}"/>
              </a:ext>
            </a:extLst>
          </p:cNvPr>
          <p:cNvSpPr/>
          <p:nvPr/>
        </p:nvSpPr>
        <p:spPr>
          <a:xfrm>
            <a:off x="8984556" y="2195160"/>
            <a:ext cx="883508" cy="45719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0" name="Google Shape;251;p11">
            <a:extLst>
              <a:ext uri="{FF2B5EF4-FFF2-40B4-BE49-F238E27FC236}">
                <a16:creationId xmlns:a16="http://schemas.microsoft.com/office/drawing/2014/main" id="{92B1C0CC-2316-494C-9605-D1748CDE6910}"/>
              </a:ext>
            </a:extLst>
          </p:cNvPr>
          <p:cNvSpPr/>
          <p:nvPr/>
        </p:nvSpPr>
        <p:spPr>
          <a:xfrm>
            <a:off x="10753816" y="2195160"/>
            <a:ext cx="883508" cy="45719"/>
          </a:xfrm>
          <a:prstGeom prst="roundRect">
            <a:avLst>
              <a:gd name="adj" fmla="val 16667"/>
            </a:avLst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1" name="Google Shape;257;p11">
            <a:extLst>
              <a:ext uri="{FF2B5EF4-FFF2-40B4-BE49-F238E27FC236}">
                <a16:creationId xmlns:a16="http://schemas.microsoft.com/office/drawing/2014/main" id="{3359D597-26BF-4E46-BBED-BDA61E4181F7}"/>
              </a:ext>
            </a:extLst>
          </p:cNvPr>
          <p:cNvSpPr/>
          <p:nvPr/>
        </p:nvSpPr>
        <p:spPr>
          <a:xfrm>
            <a:off x="7114364" y="2201561"/>
            <a:ext cx="327273" cy="50291"/>
          </a:xfrm>
          <a:prstGeom prst="roundRect">
            <a:avLst>
              <a:gd name="adj" fmla="val 16667"/>
            </a:avLst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2" name="Google Shape;244;p11">
            <a:extLst>
              <a:ext uri="{FF2B5EF4-FFF2-40B4-BE49-F238E27FC236}">
                <a16:creationId xmlns:a16="http://schemas.microsoft.com/office/drawing/2014/main" id="{BE2A910C-B9C2-41E2-BE09-624932B3144B}"/>
              </a:ext>
            </a:extLst>
          </p:cNvPr>
          <p:cNvSpPr txBox="1"/>
          <p:nvPr/>
        </p:nvSpPr>
        <p:spPr>
          <a:xfrm>
            <a:off x="8889578" y="1742724"/>
            <a:ext cx="1073464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아군</a:t>
            </a:r>
            <a:r>
              <a:rPr lang="en-US" altLang="ko-KR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2</a:t>
            </a:r>
            <a:endParaRPr dirty="0"/>
          </a:p>
        </p:txBody>
      </p:sp>
      <p:sp>
        <p:nvSpPr>
          <p:cNvPr id="63" name="Google Shape;244;p11">
            <a:extLst>
              <a:ext uri="{FF2B5EF4-FFF2-40B4-BE49-F238E27FC236}">
                <a16:creationId xmlns:a16="http://schemas.microsoft.com/office/drawing/2014/main" id="{06668EA9-0BA8-436B-BFB5-74052C6DD614}"/>
              </a:ext>
            </a:extLst>
          </p:cNvPr>
          <p:cNvSpPr txBox="1"/>
          <p:nvPr/>
        </p:nvSpPr>
        <p:spPr>
          <a:xfrm>
            <a:off x="10652660" y="1742704"/>
            <a:ext cx="1073464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아군</a:t>
            </a:r>
            <a:r>
              <a:rPr lang="en-US" altLang="ko-KR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3</a:t>
            </a:r>
            <a:endParaRPr dirty="0"/>
          </a:p>
        </p:txBody>
      </p:sp>
      <p:sp>
        <p:nvSpPr>
          <p:cNvPr id="70" name="Google Shape;103;p3">
            <a:extLst>
              <a:ext uri="{FF2B5EF4-FFF2-40B4-BE49-F238E27FC236}">
                <a16:creationId xmlns:a16="http://schemas.microsoft.com/office/drawing/2014/main" id="{F674F99E-AFB5-4F4A-BE83-81AE4031D8AB}"/>
              </a:ext>
            </a:extLst>
          </p:cNvPr>
          <p:cNvSpPr/>
          <p:nvPr/>
        </p:nvSpPr>
        <p:spPr>
          <a:xfrm>
            <a:off x="6792526" y="1532264"/>
            <a:ext cx="5121795" cy="3793471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6840FBE-F5C3-4ABA-A773-19528B0BE896}"/>
              </a:ext>
            </a:extLst>
          </p:cNvPr>
          <p:cNvSpPr txBox="1"/>
          <p:nvPr/>
        </p:nvSpPr>
        <p:spPr>
          <a:xfrm>
            <a:off x="5840021" y="2868380"/>
            <a:ext cx="9525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아군 </a:t>
            </a:r>
            <a:r>
              <a:rPr lang="en-US" altLang="ko-KR" dirty="0"/>
              <a:t>2</a:t>
            </a:r>
          </a:p>
          <a:p>
            <a:r>
              <a:rPr lang="ko-KR" altLang="en-US" dirty="0"/>
              <a:t>전투 불능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26FDB9ED-96A4-4F12-B0E8-9FF62363BF28}"/>
              </a:ext>
            </a:extLst>
          </p:cNvPr>
          <p:cNvSpPr txBox="1"/>
          <p:nvPr/>
        </p:nvSpPr>
        <p:spPr>
          <a:xfrm>
            <a:off x="8583020" y="5316760"/>
            <a:ext cx="15408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스킬 카드 제외됨</a:t>
            </a:r>
            <a:endParaRPr lang="ko-KR" altLang="en-US" dirty="0"/>
          </a:p>
        </p:txBody>
      </p:sp>
      <p:sp>
        <p:nvSpPr>
          <p:cNvPr id="76" name="Google Shape;103;p3">
            <a:extLst>
              <a:ext uri="{FF2B5EF4-FFF2-40B4-BE49-F238E27FC236}">
                <a16:creationId xmlns:a16="http://schemas.microsoft.com/office/drawing/2014/main" id="{61DE7262-A09E-4DCA-AAC2-39725E429A11}"/>
              </a:ext>
            </a:extLst>
          </p:cNvPr>
          <p:cNvSpPr/>
          <p:nvPr/>
        </p:nvSpPr>
        <p:spPr>
          <a:xfrm>
            <a:off x="8708995" y="3457862"/>
            <a:ext cx="1528331" cy="1806447"/>
          </a:xfrm>
          <a:prstGeom prst="rect">
            <a:avLst/>
          </a:prstGeom>
          <a:noFill/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7" name="Google Shape;167;p6">
            <a:extLst>
              <a:ext uri="{FF2B5EF4-FFF2-40B4-BE49-F238E27FC236}">
                <a16:creationId xmlns:a16="http://schemas.microsoft.com/office/drawing/2014/main" id="{DF037853-E253-4165-8783-DDA7A62F34F4}"/>
              </a:ext>
            </a:extLst>
          </p:cNvPr>
          <p:cNvSpPr/>
          <p:nvPr/>
        </p:nvSpPr>
        <p:spPr>
          <a:xfrm>
            <a:off x="1547751" y="3552254"/>
            <a:ext cx="487538" cy="507322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 </a:t>
            </a:r>
            <a:r>
              <a:rPr lang="en-US" alt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A</a:t>
            </a:r>
            <a:endParaRPr sz="11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8" name="Google Shape;167;p6">
            <a:extLst>
              <a:ext uri="{FF2B5EF4-FFF2-40B4-BE49-F238E27FC236}">
                <a16:creationId xmlns:a16="http://schemas.microsoft.com/office/drawing/2014/main" id="{A3F85900-8FCB-403D-87AA-048382ACE612}"/>
              </a:ext>
            </a:extLst>
          </p:cNvPr>
          <p:cNvSpPr/>
          <p:nvPr/>
        </p:nvSpPr>
        <p:spPr>
          <a:xfrm>
            <a:off x="1547751" y="4126528"/>
            <a:ext cx="487538" cy="507322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 </a:t>
            </a:r>
            <a:r>
              <a:rPr lang="en-US" alt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A</a:t>
            </a:r>
            <a:endParaRPr sz="11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9" name="Google Shape;167;p6">
            <a:extLst>
              <a:ext uri="{FF2B5EF4-FFF2-40B4-BE49-F238E27FC236}">
                <a16:creationId xmlns:a16="http://schemas.microsoft.com/office/drawing/2014/main" id="{8577F59F-D410-41F2-B366-154B08FF6E0D}"/>
              </a:ext>
            </a:extLst>
          </p:cNvPr>
          <p:cNvSpPr/>
          <p:nvPr/>
        </p:nvSpPr>
        <p:spPr>
          <a:xfrm>
            <a:off x="1547751" y="4683215"/>
            <a:ext cx="487538" cy="507322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 </a:t>
            </a:r>
            <a:r>
              <a:rPr lang="en-US" alt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A</a:t>
            </a:r>
            <a:endParaRPr sz="11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0" name="Google Shape;177;p6">
            <a:extLst>
              <a:ext uri="{FF2B5EF4-FFF2-40B4-BE49-F238E27FC236}">
                <a16:creationId xmlns:a16="http://schemas.microsoft.com/office/drawing/2014/main" id="{2F8F85FB-9AA2-47E0-ADD9-4029AE9B789E}"/>
              </a:ext>
            </a:extLst>
          </p:cNvPr>
          <p:cNvSpPr/>
          <p:nvPr/>
        </p:nvSpPr>
        <p:spPr>
          <a:xfrm>
            <a:off x="3436315" y="3558845"/>
            <a:ext cx="487538" cy="507322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 </a:t>
            </a:r>
            <a:r>
              <a:rPr lang="en-US" alt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B</a:t>
            </a:r>
            <a:endParaRPr sz="11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1" name="Google Shape;177;p6">
            <a:extLst>
              <a:ext uri="{FF2B5EF4-FFF2-40B4-BE49-F238E27FC236}">
                <a16:creationId xmlns:a16="http://schemas.microsoft.com/office/drawing/2014/main" id="{4B76D5D1-7D2A-4CBA-85D4-52B216F7A9E2}"/>
              </a:ext>
            </a:extLst>
          </p:cNvPr>
          <p:cNvSpPr/>
          <p:nvPr/>
        </p:nvSpPr>
        <p:spPr>
          <a:xfrm>
            <a:off x="3436315" y="4119323"/>
            <a:ext cx="487538" cy="507322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 </a:t>
            </a:r>
            <a:r>
              <a:rPr lang="en-US" alt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B</a:t>
            </a:r>
            <a:endParaRPr sz="11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2" name="Google Shape;177;p6">
            <a:extLst>
              <a:ext uri="{FF2B5EF4-FFF2-40B4-BE49-F238E27FC236}">
                <a16:creationId xmlns:a16="http://schemas.microsoft.com/office/drawing/2014/main" id="{44159AC1-EC77-48F9-A623-2239EA16EF0B}"/>
              </a:ext>
            </a:extLst>
          </p:cNvPr>
          <p:cNvSpPr/>
          <p:nvPr/>
        </p:nvSpPr>
        <p:spPr>
          <a:xfrm>
            <a:off x="3436314" y="4676010"/>
            <a:ext cx="487538" cy="507322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 </a:t>
            </a:r>
            <a:r>
              <a:rPr lang="en-US" alt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B</a:t>
            </a:r>
            <a:endParaRPr sz="11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2" name="Google Shape;167;p6">
            <a:extLst>
              <a:ext uri="{FF2B5EF4-FFF2-40B4-BE49-F238E27FC236}">
                <a16:creationId xmlns:a16="http://schemas.microsoft.com/office/drawing/2014/main" id="{3F908A23-A83A-44AF-97AD-376039BA515B}"/>
              </a:ext>
            </a:extLst>
          </p:cNvPr>
          <p:cNvSpPr/>
          <p:nvPr/>
        </p:nvSpPr>
        <p:spPr>
          <a:xfrm>
            <a:off x="5138356" y="3564210"/>
            <a:ext cx="487538" cy="507322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 </a:t>
            </a:r>
            <a:r>
              <a:rPr lang="en-US" alt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C</a:t>
            </a:r>
            <a:endParaRPr sz="11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3" name="Google Shape;167;p6">
            <a:extLst>
              <a:ext uri="{FF2B5EF4-FFF2-40B4-BE49-F238E27FC236}">
                <a16:creationId xmlns:a16="http://schemas.microsoft.com/office/drawing/2014/main" id="{0AF73D96-C88B-4E7D-97DD-14193851007B}"/>
              </a:ext>
            </a:extLst>
          </p:cNvPr>
          <p:cNvSpPr/>
          <p:nvPr/>
        </p:nvSpPr>
        <p:spPr>
          <a:xfrm>
            <a:off x="5138356" y="4138484"/>
            <a:ext cx="487538" cy="507322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 </a:t>
            </a:r>
            <a:r>
              <a:rPr lang="en-US" alt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C</a:t>
            </a:r>
            <a:endParaRPr sz="11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4" name="Google Shape;167;p6">
            <a:extLst>
              <a:ext uri="{FF2B5EF4-FFF2-40B4-BE49-F238E27FC236}">
                <a16:creationId xmlns:a16="http://schemas.microsoft.com/office/drawing/2014/main" id="{3190646A-071B-4747-922D-574247B461AA}"/>
              </a:ext>
            </a:extLst>
          </p:cNvPr>
          <p:cNvSpPr/>
          <p:nvPr/>
        </p:nvSpPr>
        <p:spPr>
          <a:xfrm>
            <a:off x="5138356" y="4695171"/>
            <a:ext cx="487538" cy="507322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 </a:t>
            </a:r>
            <a:r>
              <a:rPr lang="en-US" alt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C</a:t>
            </a:r>
            <a:endParaRPr sz="11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5" name="Google Shape;167;p6">
            <a:extLst>
              <a:ext uri="{FF2B5EF4-FFF2-40B4-BE49-F238E27FC236}">
                <a16:creationId xmlns:a16="http://schemas.microsoft.com/office/drawing/2014/main" id="{C1766C7C-9EC4-493D-B546-5D9BBDE42598}"/>
              </a:ext>
            </a:extLst>
          </p:cNvPr>
          <p:cNvSpPr/>
          <p:nvPr/>
        </p:nvSpPr>
        <p:spPr>
          <a:xfrm>
            <a:off x="7008703" y="3558845"/>
            <a:ext cx="487538" cy="507322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 </a:t>
            </a:r>
            <a:r>
              <a:rPr lang="en-US" alt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A</a:t>
            </a:r>
            <a:endParaRPr sz="11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6" name="Google Shape;167;p6">
            <a:extLst>
              <a:ext uri="{FF2B5EF4-FFF2-40B4-BE49-F238E27FC236}">
                <a16:creationId xmlns:a16="http://schemas.microsoft.com/office/drawing/2014/main" id="{56E202D2-167D-47FC-9CA2-E2E586446623}"/>
              </a:ext>
            </a:extLst>
          </p:cNvPr>
          <p:cNvSpPr/>
          <p:nvPr/>
        </p:nvSpPr>
        <p:spPr>
          <a:xfrm>
            <a:off x="7008703" y="4133119"/>
            <a:ext cx="487538" cy="507322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 </a:t>
            </a:r>
            <a:r>
              <a:rPr lang="en-US" alt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A</a:t>
            </a:r>
            <a:endParaRPr sz="11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7" name="Google Shape;167;p6">
            <a:extLst>
              <a:ext uri="{FF2B5EF4-FFF2-40B4-BE49-F238E27FC236}">
                <a16:creationId xmlns:a16="http://schemas.microsoft.com/office/drawing/2014/main" id="{BF463FB8-F6FE-4981-B269-A8D3854CE118}"/>
              </a:ext>
            </a:extLst>
          </p:cNvPr>
          <p:cNvSpPr/>
          <p:nvPr/>
        </p:nvSpPr>
        <p:spPr>
          <a:xfrm>
            <a:off x="7008703" y="4689806"/>
            <a:ext cx="487538" cy="507322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 </a:t>
            </a:r>
            <a:r>
              <a:rPr lang="en-US" alt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A</a:t>
            </a:r>
            <a:endParaRPr sz="11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8" name="Google Shape;167;p6">
            <a:extLst>
              <a:ext uri="{FF2B5EF4-FFF2-40B4-BE49-F238E27FC236}">
                <a16:creationId xmlns:a16="http://schemas.microsoft.com/office/drawing/2014/main" id="{E0CE10EC-F8C3-4194-9108-7D4D89E399D6}"/>
              </a:ext>
            </a:extLst>
          </p:cNvPr>
          <p:cNvSpPr/>
          <p:nvPr/>
        </p:nvSpPr>
        <p:spPr>
          <a:xfrm>
            <a:off x="7634838" y="3552254"/>
            <a:ext cx="487538" cy="507322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 </a:t>
            </a:r>
            <a:r>
              <a:rPr lang="en-US" alt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A</a:t>
            </a:r>
            <a:endParaRPr sz="11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9" name="Google Shape;167;p6">
            <a:extLst>
              <a:ext uri="{FF2B5EF4-FFF2-40B4-BE49-F238E27FC236}">
                <a16:creationId xmlns:a16="http://schemas.microsoft.com/office/drawing/2014/main" id="{0CFAB49D-3341-4B32-9B98-92984EF2DDAD}"/>
              </a:ext>
            </a:extLst>
          </p:cNvPr>
          <p:cNvSpPr/>
          <p:nvPr/>
        </p:nvSpPr>
        <p:spPr>
          <a:xfrm>
            <a:off x="7634838" y="4126528"/>
            <a:ext cx="487538" cy="507322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 </a:t>
            </a:r>
            <a:r>
              <a:rPr lang="en-US" alt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A</a:t>
            </a:r>
            <a:endParaRPr sz="11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0" name="Google Shape;167;p6">
            <a:extLst>
              <a:ext uri="{FF2B5EF4-FFF2-40B4-BE49-F238E27FC236}">
                <a16:creationId xmlns:a16="http://schemas.microsoft.com/office/drawing/2014/main" id="{8A34D07B-BDA7-476B-8CB4-D4C03B7D6189}"/>
              </a:ext>
            </a:extLst>
          </p:cNvPr>
          <p:cNvSpPr/>
          <p:nvPr/>
        </p:nvSpPr>
        <p:spPr>
          <a:xfrm>
            <a:off x="7634838" y="4683215"/>
            <a:ext cx="487538" cy="507322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 </a:t>
            </a:r>
            <a:r>
              <a:rPr lang="en-US" alt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A</a:t>
            </a:r>
            <a:endParaRPr sz="11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1" name="Google Shape;167;p6">
            <a:extLst>
              <a:ext uri="{FF2B5EF4-FFF2-40B4-BE49-F238E27FC236}">
                <a16:creationId xmlns:a16="http://schemas.microsoft.com/office/drawing/2014/main" id="{89CF6040-874F-49A4-8DA1-AAE48D953E1A}"/>
              </a:ext>
            </a:extLst>
          </p:cNvPr>
          <p:cNvSpPr/>
          <p:nvPr/>
        </p:nvSpPr>
        <p:spPr>
          <a:xfrm>
            <a:off x="10639550" y="3539718"/>
            <a:ext cx="487538" cy="507322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 </a:t>
            </a:r>
            <a:r>
              <a:rPr lang="en-US" alt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C</a:t>
            </a:r>
            <a:endParaRPr sz="11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2" name="Google Shape;167;p6">
            <a:extLst>
              <a:ext uri="{FF2B5EF4-FFF2-40B4-BE49-F238E27FC236}">
                <a16:creationId xmlns:a16="http://schemas.microsoft.com/office/drawing/2014/main" id="{B3EFD188-CF78-47B9-BD08-85ED9968D564}"/>
              </a:ext>
            </a:extLst>
          </p:cNvPr>
          <p:cNvSpPr/>
          <p:nvPr/>
        </p:nvSpPr>
        <p:spPr>
          <a:xfrm>
            <a:off x="10639550" y="4113992"/>
            <a:ext cx="487538" cy="507322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 </a:t>
            </a:r>
            <a:r>
              <a:rPr lang="en-US" alt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C</a:t>
            </a:r>
            <a:endParaRPr sz="11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3" name="Google Shape;167;p6">
            <a:extLst>
              <a:ext uri="{FF2B5EF4-FFF2-40B4-BE49-F238E27FC236}">
                <a16:creationId xmlns:a16="http://schemas.microsoft.com/office/drawing/2014/main" id="{E0423C39-A3E4-4523-B332-F9EE6324F0C7}"/>
              </a:ext>
            </a:extLst>
          </p:cNvPr>
          <p:cNvSpPr/>
          <p:nvPr/>
        </p:nvSpPr>
        <p:spPr>
          <a:xfrm>
            <a:off x="10639550" y="4670679"/>
            <a:ext cx="487538" cy="507322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 </a:t>
            </a:r>
            <a:r>
              <a:rPr lang="en-US" alt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C</a:t>
            </a:r>
            <a:endParaRPr sz="11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4" name="Google Shape;167;p6">
            <a:extLst>
              <a:ext uri="{FF2B5EF4-FFF2-40B4-BE49-F238E27FC236}">
                <a16:creationId xmlns:a16="http://schemas.microsoft.com/office/drawing/2014/main" id="{B4483384-EE81-415B-A4B5-02E7F3AAAB18}"/>
              </a:ext>
            </a:extLst>
          </p:cNvPr>
          <p:cNvSpPr/>
          <p:nvPr/>
        </p:nvSpPr>
        <p:spPr>
          <a:xfrm>
            <a:off x="11223133" y="3545083"/>
            <a:ext cx="487538" cy="507322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 </a:t>
            </a:r>
            <a:r>
              <a:rPr lang="en-US" alt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C</a:t>
            </a:r>
            <a:endParaRPr sz="11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5" name="Google Shape;167;p6">
            <a:extLst>
              <a:ext uri="{FF2B5EF4-FFF2-40B4-BE49-F238E27FC236}">
                <a16:creationId xmlns:a16="http://schemas.microsoft.com/office/drawing/2014/main" id="{843328E4-1596-46E3-A5BF-C9F6CC1F8777}"/>
              </a:ext>
            </a:extLst>
          </p:cNvPr>
          <p:cNvSpPr/>
          <p:nvPr/>
        </p:nvSpPr>
        <p:spPr>
          <a:xfrm>
            <a:off x="11223133" y="4119357"/>
            <a:ext cx="487538" cy="507322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 </a:t>
            </a:r>
            <a:r>
              <a:rPr lang="en-US" alt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C</a:t>
            </a:r>
            <a:endParaRPr sz="11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6" name="Google Shape;167;p6">
            <a:extLst>
              <a:ext uri="{FF2B5EF4-FFF2-40B4-BE49-F238E27FC236}">
                <a16:creationId xmlns:a16="http://schemas.microsoft.com/office/drawing/2014/main" id="{83A658B4-7329-420F-AD05-9D0A16BFB578}"/>
              </a:ext>
            </a:extLst>
          </p:cNvPr>
          <p:cNvSpPr/>
          <p:nvPr/>
        </p:nvSpPr>
        <p:spPr>
          <a:xfrm>
            <a:off x="11223133" y="4676044"/>
            <a:ext cx="487538" cy="507322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 </a:t>
            </a:r>
            <a:r>
              <a:rPr lang="en-US" alt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C</a:t>
            </a:r>
            <a:endParaRPr sz="11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7" name="Google Shape;177;p6">
            <a:extLst>
              <a:ext uri="{FF2B5EF4-FFF2-40B4-BE49-F238E27FC236}">
                <a16:creationId xmlns:a16="http://schemas.microsoft.com/office/drawing/2014/main" id="{0A2D1316-6F54-477D-B6D7-252C0624BBC9}"/>
              </a:ext>
            </a:extLst>
          </p:cNvPr>
          <p:cNvSpPr/>
          <p:nvPr/>
        </p:nvSpPr>
        <p:spPr>
          <a:xfrm>
            <a:off x="8903976" y="3557234"/>
            <a:ext cx="487538" cy="507322"/>
          </a:xfrm>
          <a:prstGeom prst="rect">
            <a:avLst/>
          </a:prstGeom>
          <a:solidFill>
            <a:srgbClr val="A5A5A5">
              <a:alpha val="40000"/>
            </a:srgbClr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 </a:t>
            </a:r>
            <a:r>
              <a:rPr lang="en-US" alt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B</a:t>
            </a:r>
            <a:endParaRPr sz="11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8" name="Google Shape;177;p6">
            <a:extLst>
              <a:ext uri="{FF2B5EF4-FFF2-40B4-BE49-F238E27FC236}">
                <a16:creationId xmlns:a16="http://schemas.microsoft.com/office/drawing/2014/main" id="{88A3A836-87FB-4DCD-8CAC-18C829BBD5AE}"/>
              </a:ext>
            </a:extLst>
          </p:cNvPr>
          <p:cNvSpPr/>
          <p:nvPr/>
        </p:nvSpPr>
        <p:spPr>
          <a:xfrm>
            <a:off x="8903976" y="4117712"/>
            <a:ext cx="487538" cy="507322"/>
          </a:xfrm>
          <a:prstGeom prst="rect">
            <a:avLst/>
          </a:prstGeom>
          <a:solidFill>
            <a:srgbClr val="A5A5A5">
              <a:alpha val="40000"/>
            </a:srgbClr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 </a:t>
            </a:r>
            <a:r>
              <a:rPr lang="en-US" alt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B</a:t>
            </a:r>
            <a:endParaRPr sz="11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9" name="Google Shape;177;p6">
            <a:extLst>
              <a:ext uri="{FF2B5EF4-FFF2-40B4-BE49-F238E27FC236}">
                <a16:creationId xmlns:a16="http://schemas.microsoft.com/office/drawing/2014/main" id="{CCE4B755-BF4F-43A3-97C7-227987FDBA97}"/>
              </a:ext>
            </a:extLst>
          </p:cNvPr>
          <p:cNvSpPr/>
          <p:nvPr/>
        </p:nvSpPr>
        <p:spPr>
          <a:xfrm>
            <a:off x="8903975" y="4674399"/>
            <a:ext cx="487538" cy="507322"/>
          </a:xfrm>
          <a:prstGeom prst="rect">
            <a:avLst/>
          </a:prstGeom>
          <a:solidFill>
            <a:srgbClr val="A5A5A5">
              <a:alpha val="40000"/>
            </a:srgbClr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 </a:t>
            </a:r>
            <a:r>
              <a:rPr lang="en-US" alt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B</a:t>
            </a:r>
            <a:endParaRPr sz="11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0" name="Google Shape;177;p6">
            <a:extLst>
              <a:ext uri="{FF2B5EF4-FFF2-40B4-BE49-F238E27FC236}">
                <a16:creationId xmlns:a16="http://schemas.microsoft.com/office/drawing/2014/main" id="{3271DF27-D97B-4315-918B-D2BD58CE559C}"/>
              </a:ext>
            </a:extLst>
          </p:cNvPr>
          <p:cNvSpPr/>
          <p:nvPr/>
        </p:nvSpPr>
        <p:spPr>
          <a:xfrm>
            <a:off x="9535734" y="3557234"/>
            <a:ext cx="487538" cy="507322"/>
          </a:xfrm>
          <a:prstGeom prst="rect">
            <a:avLst/>
          </a:prstGeom>
          <a:solidFill>
            <a:srgbClr val="A5A5A5">
              <a:alpha val="40000"/>
            </a:srgbClr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 </a:t>
            </a:r>
            <a:r>
              <a:rPr lang="en-US" alt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B</a:t>
            </a:r>
            <a:endParaRPr sz="11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1" name="Google Shape;177;p6">
            <a:extLst>
              <a:ext uri="{FF2B5EF4-FFF2-40B4-BE49-F238E27FC236}">
                <a16:creationId xmlns:a16="http://schemas.microsoft.com/office/drawing/2014/main" id="{2C669CF8-FE8F-4B0D-96DB-94E3C7D96AC9}"/>
              </a:ext>
            </a:extLst>
          </p:cNvPr>
          <p:cNvSpPr/>
          <p:nvPr/>
        </p:nvSpPr>
        <p:spPr>
          <a:xfrm>
            <a:off x="9535734" y="4117712"/>
            <a:ext cx="487538" cy="507322"/>
          </a:xfrm>
          <a:prstGeom prst="rect">
            <a:avLst/>
          </a:prstGeom>
          <a:solidFill>
            <a:srgbClr val="A5A5A5">
              <a:alpha val="40000"/>
            </a:srgbClr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 </a:t>
            </a:r>
            <a:r>
              <a:rPr lang="en-US" alt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B</a:t>
            </a:r>
            <a:endParaRPr sz="11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2" name="Google Shape;177;p6">
            <a:extLst>
              <a:ext uri="{FF2B5EF4-FFF2-40B4-BE49-F238E27FC236}">
                <a16:creationId xmlns:a16="http://schemas.microsoft.com/office/drawing/2014/main" id="{1B97A315-ADB0-487C-8A66-B23983736B80}"/>
              </a:ext>
            </a:extLst>
          </p:cNvPr>
          <p:cNvSpPr/>
          <p:nvPr/>
        </p:nvSpPr>
        <p:spPr>
          <a:xfrm>
            <a:off x="9535733" y="4674399"/>
            <a:ext cx="487538" cy="507322"/>
          </a:xfrm>
          <a:prstGeom prst="rect">
            <a:avLst/>
          </a:prstGeom>
          <a:solidFill>
            <a:srgbClr val="A5A5A5">
              <a:alpha val="40000"/>
            </a:srgbClr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 </a:t>
            </a:r>
            <a:r>
              <a:rPr lang="en-US" alt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B</a:t>
            </a:r>
            <a:endParaRPr sz="11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ko-KR" altLang="en-US" dirty="0"/>
              <a:t>특수 카드</a:t>
            </a:r>
            <a:r>
              <a:rPr lang="ko-KR" dirty="0"/>
              <a:t> 시스템 </a:t>
            </a:r>
            <a:endParaRPr dirty="0"/>
          </a:p>
        </p:txBody>
      </p:sp>
      <p:sp>
        <p:nvSpPr>
          <p:cNvPr id="115" name="Google Shape;115;p3"/>
          <p:cNvSpPr txBox="1"/>
          <p:nvPr/>
        </p:nvSpPr>
        <p:spPr>
          <a:xfrm>
            <a:off x="983340" y="5077143"/>
            <a:ext cx="10931198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dirty="0" err="1">
                <a:solidFill>
                  <a:schemeClr val="dk1"/>
                </a:solidFill>
                <a:latin typeface="Malgun Gothic"/>
                <a:ea typeface="Malgun Gothic"/>
                <a:sym typeface="Malgun Gothic"/>
              </a:rPr>
              <a:t>잡</a:t>
            </a:r>
            <a:r>
              <a:rPr lang="ko-KR" altLang="en-US" sz="1800" dirty="0">
                <a:solidFill>
                  <a:schemeClr val="dk1"/>
                </a:solidFill>
                <a:latin typeface="Malgun Gothic"/>
                <a:ea typeface="Malgun Gothic"/>
                <a:sym typeface="Malgun Gothic"/>
              </a:rPr>
              <a:t> 몬스터의 </a:t>
            </a:r>
            <a:r>
              <a:rPr lang="en-US" altLang="ko-KR" sz="1800" dirty="0">
                <a:solidFill>
                  <a:schemeClr val="dk1"/>
                </a:solidFill>
                <a:latin typeface="Malgun Gothic"/>
                <a:ea typeface="Malgun Gothic"/>
                <a:sym typeface="Malgun Gothic"/>
              </a:rPr>
              <a:t>hp</a:t>
            </a:r>
            <a:r>
              <a:rPr lang="ko-KR" altLang="en-US" sz="1800" dirty="0">
                <a:solidFill>
                  <a:schemeClr val="dk1"/>
                </a:solidFill>
                <a:latin typeface="Malgun Gothic"/>
                <a:ea typeface="Malgun Gothic"/>
                <a:sym typeface="Malgun Gothic"/>
              </a:rPr>
              <a:t>가 </a:t>
            </a:r>
            <a:r>
              <a:rPr lang="en-US" altLang="ko-KR" sz="1800" dirty="0">
                <a:solidFill>
                  <a:schemeClr val="dk1"/>
                </a:solidFill>
                <a:latin typeface="Malgun Gothic"/>
                <a:ea typeface="Malgun Gothic"/>
                <a:sym typeface="Malgun Gothic"/>
              </a:rPr>
              <a:t>0</a:t>
            </a:r>
            <a:r>
              <a:rPr lang="ko-KR" altLang="en-US" sz="1800" dirty="0">
                <a:solidFill>
                  <a:schemeClr val="dk1"/>
                </a:solidFill>
                <a:latin typeface="Malgun Gothic"/>
                <a:ea typeface="Malgun Gothic"/>
                <a:sym typeface="Malgun Gothic"/>
              </a:rPr>
              <a:t>이 되었을 때 전투 불능 상태가 되며 특수 카드를 </a:t>
            </a:r>
            <a:r>
              <a:rPr lang="ko-KR" altLang="en-US" sz="1800" dirty="0" err="1">
                <a:solidFill>
                  <a:schemeClr val="dk1"/>
                </a:solidFill>
                <a:latin typeface="Malgun Gothic"/>
                <a:ea typeface="Malgun Gothic"/>
                <a:sym typeface="Malgun Gothic"/>
              </a:rPr>
              <a:t>드랍한다</a:t>
            </a:r>
            <a:r>
              <a:rPr lang="en-US" altLang="ko-KR" sz="1800" dirty="0">
                <a:solidFill>
                  <a:schemeClr val="dk1"/>
                </a:solidFill>
                <a:latin typeface="Malgun Gothic"/>
                <a:ea typeface="Malgun Gothic"/>
                <a:sym typeface="Malgun Gothic"/>
              </a:rPr>
              <a:t>.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7" name="Google Shape;245;p11">
            <a:extLst>
              <a:ext uri="{FF2B5EF4-FFF2-40B4-BE49-F238E27FC236}">
                <a16:creationId xmlns:a16="http://schemas.microsoft.com/office/drawing/2014/main" id="{7541567C-C554-40E3-A24A-DC286A504154}"/>
              </a:ext>
            </a:extLst>
          </p:cNvPr>
          <p:cNvSpPr txBox="1"/>
          <p:nvPr/>
        </p:nvSpPr>
        <p:spPr>
          <a:xfrm>
            <a:off x="1840336" y="2186499"/>
            <a:ext cx="1364471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몬스터</a:t>
            </a:r>
            <a:r>
              <a:rPr lang="en-US" altLang="ko-KR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A</a:t>
            </a:r>
            <a:endParaRPr dirty="0"/>
          </a:p>
        </p:txBody>
      </p:sp>
      <p:sp>
        <p:nvSpPr>
          <p:cNvPr id="38" name="Google Shape;246;p11">
            <a:extLst>
              <a:ext uri="{FF2B5EF4-FFF2-40B4-BE49-F238E27FC236}">
                <a16:creationId xmlns:a16="http://schemas.microsoft.com/office/drawing/2014/main" id="{AC2E2D3B-3358-43E6-9A34-50F5F50327F2}"/>
              </a:ext>
            </a:extLst>
          </p:cNvPr>
          <p:cNvSpPr/>
          <p:nvPr/>
        </p:nvSpPr>
        <p:spPr>
          <a:xfrm>
            <a:off x="3204780" y="2661336"/>
            <a:ext cx="611659" cy="1025611"/>
          </a:xfrm>
          <a:prstGeom prst="ellipse">
            <a:avLst/>
          </a:prstGeom>
          <a:solidFill>
            <a:srgbClr val="C55A1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9" name="Google Shape;247;p11">
            <a:extLst>
              <a:ext uri="{FF2B5EF4-FFF2-40B4-BE49-F238E27FC236}">
                <a16:creationId xmlns:a16="http://schemas.microsoft.com/office/drawing/2014/main" id="{C20F6F5E-F04D-4D9B-91C8-E6EB93143D0B}"/>
              </a:ext>
            </a:extLst>
          </p:cNvPr>
          <p:cNvSpPr/>
          <p:nvPr/>
        </p:nvSpPr>
        <p:spPr>
          <a:xfrm>
            <a:off x="2079800" y="2661337"/>
            <a:ext cx="611659" cy="1025611"/>
          </a:xfrm>
          <a:prstGeom prst="ellipse">
            <a:avLst/>
          </a:prstGeom>
          <a:solidFill>
            <a:srgbClr val="C55A1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0" name="Google Shape;248;p11">
            <a:extLst>
              <a:ext uri="{FF2B5EF4-FFF2-40B4-BE49-F238E27FC236}">
                <a16:creationId xmlns:a16="http://schemas.microsoft.com/office/drawing/2014/main" id="{5104029D-6EEC-4332-BA1B-4460DE1DC37A}"/>
              </a:ext>
            </a:extLst>
          </p:cNvPr>
          <p:cNvSpPr/>
          <p:nvPr/>
        </p:nvSpPr>
        <p:spPr>
          <a:xfrm>
            <a:off x="4329760" y="2661336"/>
            <a:ext cx="611659" cy="1025611"/>
          </a:xfrm>
          <a:prstGeom prst="ellipse">
            <a:avLst/>
          </a:prstGeom>
          <a:solidFill>
            <a:srgbClr val="C55A1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1" name="Google Shape;252;p11">
            <a:extLst>
              <a:ext uri="{FF2B5EF4-FFF2-40B4-BE49-F238E27FC236}">
                <a16:creationId xmlns:a16="http://schemas.microsoft.com/office/drawing/2014/main" id="{4FD3EC65-622A-4CEA-A728-977C8758FE30}"/>
              </a:ext>
            </a:extLst>
          </p:cNvPr>
          <p:cNvSpPr/>
          <p:nvPr/>
        </p:nvSpPr>
        <p:spPr>
          <a:xfrm>
            <a:off x="1980945" y="2581166"/>
            <a:ext cx="883508" cy="45719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2" name="Google Shape;253;p11">
            <a:extLst>
              <a:ext uri="{FF2B5EF4-FFF2-40B4-BE49-F238E27FC236}">
                <a16:creationId xmlns:a16="http://schemas.microsoft.com/office/drawing/2014/main" id="{B1AB08A4-90B9-42B1-9835-CE016D421F22}"/>
              </a:ext>
            </a:extLst>
          </p:cNvPr>
          <p:cNvSpPr/>
          <p:nvPr/>
        </p:nvSpPr>
        <p:spPr>
          <a:xfrm>
            <a:off x="3082755" y="2581166"/>
            <a:ext cx="883508" cy="45719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3" name="Google Shape;254;p11">
            <a:extLst>
              <a:ext uri="{FF2B5EF4-FFF2-40B4-BE49-F238E27FC236}">
                <a16:creationId xmlns:a16="http://schemas.microsoft.com/office/drawing/2014/main" id="{CF19016E-01B0-41AF-97F0-D9F28431634B}"/>
              </a:ext>
            </a:extLst>
          </p:cNvPr>
          <p:cNvSpPr/>
          <p:nvPr/>
        </p:nvSpPr>
        <p:spPr>
          <a:xfrm>
            <a:off x="4190744" y="2581166"/>
            <a:ext cx="883508" cy="45719"/>
          </a:xfrm>
          <a:prstGeom prst="roundRect">
            <a:avLst>
              <a:gd name="adj" fmla="val 16667"/>
            </a:avLst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4" name="Google Shape;258;p11">
            <a:extLst>
              <a:ext uri="{FF2B5EF4-FFF2-40B4-BE49-F238E27FC236}">
                <a16:creationId xmlns:a16="http://schemas.microsoft.com/office/drawing/2014/main" id="{883E57E7-E873-4537-9793-07B38103C1F2}"/>
              </a:ext>
            </a:extLst>
          </p:cNvPr>
          <p:cNvSpPr/>
          <p:nvPr/>
        </p:nvSpPr>
        <p:spPr>
          <a:xfrm>
            <a:off x="3084383" y="2577383"/>
            <a:ext cx="720000" cy="50291"/>
          </a:xfrm>
          <a:prstGeom prst="roundRect">
            <a:avLst>
              <a:gd name="adj" fmla="val 16667"/>
            </a:avLst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5" name="Google Shape;259;p11">
            <a:extLst>
              <a:ext uri="{FF2B5EF4-FFF2-40B4-BE49-F238E27FC236}">
                <a16:creationId xmlns:a16="http://schemas.microsoft.com/office/drawing/2014/main" id="{DA45204F-07A4-4934-B2B4-23627C7CF040}"/>
              </a:ext>
            </a:extLst>
          </p:cNvPr>
          <p:cNvSpPr/>
          <p:nvPr/>
        </p:nvSpPr>
        <p:spPr>
          <a:xfrm>
            <a:off x="1982572" y="2575325"/>
            <a:ext cx="540000" cy="50291"/>
          </a:xfrm>
          <a:prstGeom prst="roundRect">
            <a:avLst>
              <a:gd name="adj" fmla="val 16667"/>
            </a:avLst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6" name="Google Shape;245;p11">
            <a:extLst>
              <a:ext uri="{FF2B5EF4-FFF2-40B4-BE49-F238E27FC236}">
                <a16:creationId xmlns:a16="http://schemas.microsoft.com/office/drawing/2014/main" id="{7107B9F8-12F2-4525-9B77-8586EE830EFD}"/>
              </a:ext>
            </a:extLst>
          </p:cNvPr>
          <p:cNvSpPr txBox="1"/>
          <p:nvPr/>
        </p:nvSpPr>
        <p:spPr>
          <a:xfrm>
            <a:off x="2965289" y="2203330"/>
            <a:ext cx="1364471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몬스터</a:t>
            </a:r>
            <a:r>
              <a:rPr lang="en-US" altLang="ko-KR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B</a:t>
            </a:r>
            <a:endParaRPr dirty="0"/>
          </a:p>
        </p:txBody>
      </p:sp>
      <p:sp>
        <p:nvSpPr>
          <p:cNvPr id="47" name="Google Shape;245;p11">
            <a:extLst>
              <a:ext uri="{FF2B5EF4-FFF2-40B4-BE49-F238E27FC236}">
                <a16:creationId xmlns:a16="http://schemas.microsoft.com/office/drawing/2014/main" id="{DA5C2032-BD54-4B6E-B3D6-DAA37487EB62}"/>
              </a:ext>
            </a:extLst>
          </p:cNvPr>
          <p:cNvSpPr txBox="1"/>
          <p:nvPr/>
        </p:nvSpPr>
        <p:spPr>
          <a:xfrm>
            <a:off x="4090242" y="2252939"/>
            <a:ext cx="1364471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몬스터</a:t>
            </a:r>
            <a:r>
              <a:rPr lang="en-US" altLang="ko-KR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C</a:t>
            </a:r>
            <a:endParaRPr dirty="0"/>
          </a:p>
        </p:txBody>
      </p:sp>
      <p:sp>
        <p:nvSpPr>
          <p:cNvPr id="48" name="Google Shape;103;p3">
            <a:extLst>
              <a:ext uri="{FF2B5EF4-FFF2-40B4-BE49-F238E27FC236}">
                <a16:creationId xmlns:a16="http://schemas.microsoft.com/office/drawing/2014/main" id="{C2F0179C-A074-42FC-AAE1-18C37E2A1A50}"/>
              </a:ext>
            </a:extLst>
          </p:cNvPr>
          <p:cNvSpPr/>
          <p:nvPr/>
        </p:nvSpPr>
        <p:spPr>
          <a:xfrm>
            <a:off x="1768862" y="1948846"/>
            <a:ext cx="3617641" cy="2526437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9" name="Google Shape;245;p11">
            <a:extLst>
              <a:ext uri="{FF2B5EF4-FFF2-40B4-BE49-F238E27FC236}">
                <a16:creationId xmlns:a16="http://schemas.microsoft.com/office/drawing/2014/main" id="{042C3B75-F264-4CF2-84BC-54342E3BF704}"/>
              </a:ext>
            </a:extLst>
          </p:cNvPr>
          <p:cNvSpPr txBox="1"/>
          <p:nvPr/>
        </p:nvSpPr>
        <p:spPr>
          <a:xfrm>
            <a:off x="6416375" y="2195290"/>
            <a:ext cx="1364471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몬스터</a:t>
            </a:r>
            <a:r>
              <a:rPr lang="en-US" altLang="ko-KR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A</a:t>
            </a:r>
            <a:endParaRPr dirty="0"/>
          </a:p>
        </p:txBody>
      </p:sp>
      <p:sp>
        <p:nvSpPr>
          <p:cNvPr id="50" name="Google Shape;246;p11">
            <a:extLst>
              <a:ext uri="{FF2B5EF4-FFF2-40B4-BE49-F238E27FC236}">
                <a16:creationId xmlns:a16="http://schemas.microsoft.com/office/drawing/2014/main" id="{295E1191-3732-4915-BBB0-0D200391983E}"/>
              </a:ext>
            </a:extLst>
          </p:cNvPr>
          <p:cNvSpPr/>
          <p:nvPr/>
        </p:nvSpPr>
        <p:spPr>
          <a:xfrm>
            <a:off x="7780819" y="2670127"/>
            <a:ext cx="611659" cy="1025611"/>
          </a:xfrm>
          <a:prstGeom prst="ellipse">
            <a:avLst/>
          </a:prstGeom>
          <a:solidFill>
            <a:srgbClr val="C55A1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1" name="Google Shape;247;p11">
            <a:extLst>
              <a:ext uri="{FF2B5EF4-FFF2-40B4-BE49-F238E27FC236}">
                <a16:creationId xmlns:a16="http://schemas.microsoft.com/office/drawing/2014/main" id="{C7572AEA-6157-4F30-AEFE-30B1B3BE4331}"/>
              </a:ext>
            </a:extLst>
          </p:cNvPr>
          <p:cNvSpPr/>
          <p:nvPr/>
        </p:nvSpPr>
        <p:spPr>
          <a:xfrm>
            <a:off x="6655839" y="2670128"/>
            <a:ext cx="611659" cy="1025611"/>
          </a:xfrm>
          <a:prstGeom prst="ellipse">
            <a:avLst/>
          </a:prstGeom>
          <a:solidFill>
            <a:srgbClr val="C55A1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2" name="Google Shape;248;p11">
            <a:extLst>
              <a:ext uri="{FF2B5EF4-FFF2-40B4-BE49-F238E27FC236}">
                <a16:creationId xmlns:a16="http://schemas.microsoft.com/office/drawing/2014/main" id="{921BC5C4-04B9-4AB2-9E35-A338A9196750}"/>
              </a:ext>
            </a:extLst>
          </p:cNvPr>
          <p:cNvSpPr/>
          <p:nvPr/>
        </p:nvSpPr>
        <p:spPr>
          <a:xfrm>
            <a:off x="8905799" y="2670127"/>
            <a:ext cx="611659" cy="1025611"/>
          </a:xfrm>
          <a:prstGeom prst="ellipse">
            <a:avLst/>
          </a:prstGeom>
          <a:solidFill>
            <a:srgbClr val="C55A1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3" name="Google Shape;252;p11">
            <a:extLst>
              <a:ext uri="{FF2B5EF4-FFF2-40B4-BE49-F238E27FC236}">
                <a16:creationId xmlns:a16="http://schemas.microsoft.com/office/drawing/2014/main" id="{C8AC59C4-AE84-40AD-9900-4B5C1243B7D2}"/>
              </a:ext>
            </a:extLst>
          </p:cNvPr>
          <p:cNvSpPr/>
          <p:nvPr/>
        </p:nvSpPr>
        <p:spPr>
          <a:xfrm>
            <a:off x="6556984" y="2589957"/>
            <a:ext cx="883508" cy="45719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4" name="Google Shape;253;p11">
            <a:extLst>
              <a:ext uri="{FF2B5EF4-FFF2-40B4-BE49-F238E27FC236}">
                <a16:creationId xmlns:a16="http://schemas.microsoft.com/office/drawing/2014/main" id="{43FE34BF-E317-4FB4-9A3D-C650BD69B39E}"/>
              </a:ext>
            </a:extLst>
          </p:cNvPr>
          <p:cNvSpPr/>
          <p:nvPr/>
        </p:nvSpPr>
        <p:spPr>
          <a:xfrm>
            <a:off x="7658794" y="2589957"/>
            <a:ext cx="883508" cy="45719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5" name="Google Shape;254;p11">
            <a:extLst>
              <a:ext uri="{FF2B5EF4-FFF2-40B4-BE49-F238E27FC236}">
                <a16:creationId xmlns:a16="http://schemas.microsoft.com/office/drawing/2014/main" id="{2617E897-EB04-42B6-A6CF-3F1C7C8C1BF0}"/>
              </a:ext>
            </a:extLst>
          </p:cNvPr>
          <p:cNvSpPr/>
          <p:nvPr/>
        </p:nvSpPr>
        <p:spPr>
          <a:xfrm>
            <a:off x="8766783" y="2589957"/>
            <a:ext cx="883508" cy="45719"/>
          </a:xfrm>
          <a:prstGeom prst="roundRect">
            <a:avLst>
              <a:gd name="adj" fmla="val 16667"/>
            </a:avLst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7" name="Google Shape;259;p11">
            <a:extLst>
              <a:ext uri="{FF2B5EF4-FFF2-40B4-BE49-F238E27FC236}">
                <a16:creationId xmlns:a16="http://schemas.microsoft.com/office/drawing/2014/main" id="{01BAECDE-B077-4558-B8C5-093F45697366}"/>
              </a:ext>
            </a:extLst>
          </p:cNvPr>
          <p:cNvSpPr/>
          <p:nvPr/>
        </p:nvSpPr>
        <p:spPr>
          <a:xfrm>
            <a:off x="6558611" y="2584116"/>
            <a:ext cx="540000" cy="50291"/>
          </a:xfrm>
          <a:prstGeom prst="roundRect">
            <a:avLst>
              <a:gd name="adj" fmla="val 16667"/>
            </a:avLst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8" name="Google Shape;245;p11">
            <a:extLst>
              <a:ext uri="{FF2B5EF4-FFF2-40B4-BE49-F238E27FC236}">
                <a16:creationId xmlns:a16="http://schemas.microsoft.com/office/drawing/2014/main" id="{85D7A20B-AA16-4218-BE8B-65F3B4A7295D}"/>
              </a:ext>
            </a:extLst>
          </p:cNvPr>
          <p:cNvSpPr txBox="1"/>
          <p:nvPr/>
        </p:nvSpPr>
        <p:spPr>
          <a:xfrm>
            <a:off x="7541328" y="2212121"/>
            <a:ext cx="1364471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몬스터</a:t>
            </a:r>
            <a:r>
              <a:rPr lang="en-US" altLang="ko-KR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B</a:t>
            </a:r>
            <a:endParaRPr dirty="0"/>
          </a:p>
        </p:txBody>
      </p:sp>
      <p:sp>
        <p:nvSpPr>
          <p:cNvPr id="59" name="Google Shape;245;p11">
            <a:extLst>
              <a:ext uri="{FF2B5EF4-FFF2-40B4-BE49-F238E27FC236}">
                <a16:creationId xmlns:a16="http://schemas.microsoft.com/office/drawing/2014/main" id="{8F3E0673-639A-44E9-ADA7-261EA912A6D0}"/>
              </a:ext>
            </a:extLst>
          </p:cNvPr>
          <p:cNvSpPr txBox="1"/>
          <p:nvPr/>
        </p:nvSpPr>
        <p:spPr>
          <a:xfrm>
            <a:off x="8666281" y="2261730"/>
            <a:ext cx="1364471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몬스터</a:t>
            </a:r>
            <a:r>
              <a:rPr lang="en-US" altLang="ko-KR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C</a:t>
            </a:r>
            <a:endParaRPr dirty="0"/>
          </a:p>
        </p:txBody>
      </p:sp>
      <p:sp>
        <p:nvSpPr>
          <p:cNvPr id="60" name="Google Shape;103;p3">
            <a:extLst>
              <a:ext uri="{FF2B5EF4-FFF2-40B4-BE49-F238E27FC236}">
                <a16:creationId xmlns:a16="http://schemas.microsoft.com/office/drawing/2014/main" id="{EE822213-A3B4-4D0C-8D4B-E74269A657B4}"/>
              </a:ext>
            </a:extLst>
          </p:cNvPr>
          <p:cNvSpPr/>
          <p:nvPr/>
        </p:nvSpPr>
        <p:spPr>
          <a:xfrm>
            <a:off x="6344901" y="1957638"/>
            <a:ext cx="3617641" cy="2517646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022E86B4-AA72-4890-ADF9-1D00BAD703F7}"/>
              </a:ext>
            </a:extLst>
          </p:cNvPr>
          <p:cNvCxnSpPr>
            <a:cxnSpLocks/>
          </p:cNvCxnSpPr>
          <p:nvPr/>
        </p:nvCxnSpPr>
        <p:spPr>
          <a:xfrm>
            <a:off x="5590769" y="3182934"/>
            <a:ext cx="57849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4F42E957-76EB-41C7-89E8-6338361D9685}"/>
              </a:ext>
            </a:extLst>
          </p:cNvPr>
          <p:cNvSpPr txBox="1"/>
          <p:nvPr/>
        </p:nvSpPr>
        <p:spPr>
          <a:xfrm>
            <a:off x="5334790" y="2555790"/>
            <a:ext cx="9525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몬스터 </a:t>
            </a:r>
            <a:r>
              <a:rPr lang="en-US" altLang="ko-KR" dirty="0"/>
              <a:t>B</a:t>
            </a:r>
          </a:p>
          <a:p>
            <a:r>
              <a:rPr lang="ko-KR" altLang="en-US" dirty="0"/>
              <a:t>전투 불능</a:t>
            </a:r>
          </a:p>
        </p:txBody>
      </p:sp>
      <p:sp>
        <p:nvSpPr>
          <p:cNvPr id="64" name="Google Shape;177;p6">
            <a:extLst>
              <a:ext uri="{FF2B5EF4-FFF2-40B4-BE49-F238E27FC236}">
                <a16:creationId xmlns:a16="http://schemas.microsoft.com/office/drawing/2014/main" id="{650521D7-0053-4F76-B0BC-1343775DA292}"/>
              </a:ext>
            </a:extLst>
          </p:cNvPr>
          <p:cNvSpPr/>
          <p:nvPr/>
        </p:nvSpPr>
        <p:spPr>
          <a:xfrm>
            <a:off x="7842879" y="3859879"/>
            <a:ext cx="487538" cy="507322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특수 카드 </a:t>
            </a:r>
            <a:r>
              <a:rPr lang="en-US" alt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sz="11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1117953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ko-KR" altLang="en-US" dirty="0"/>
              <a:t>특수 카드</a:t>
            </a:r>
            <a:r>
              <a:rPr lang="ko-KR" dirty="0"/>
              <a:t> 시스템 </a:t>
            </a:r>
            <a:endParaRPr dirty="0"/>
          </a:p>
        </p:txBody>
      </p:sp>
      <p:sp>
        <p:nvSpPr>
          <p:cNvPr id="115" name="Google Shape;115;p3"/>
          <p:cNvSpPr txBox="1"/>
          <p:nvPr/>
        </p:nvSpPr>
        <p:spPr>
          <a:xfrm>
            <a:off x="983340" y="5721179"/>
            <a:ext cx="10931198" cy="10310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ko-KR" altLang="en-US" sz="1200" dirty="0">
                <a:solidFill>
                  <a:schemeClr val="dk1"/>
                </a:solidFill>
                <a:latin typeface="Malgun Gothic"/>
                <a:ea typeface="Malgun Gothic"/>
                <a:sym typeface="Malgun Gothic"/>
              </a:rPr>
              <a:t>특수 카드는 </a:t>
            </a:r>
            <a:r>
              <a:rPr lang="ko-KR" altLang="en-US" sz="1200" dirty="0" err="1">
                <a:solidFill>
                  <a:schemeClr val="dk1"/>
                </a:solidFill>
                <a:latin typeface="Malgun Gothic"/>
                <a:ea typeface="Malgun Gothic"/>
                <a:sym typeface="Malgun Gothic"/>
              </a:rPr>
              <a:t>드랍된</a:t>
            </a:r>
            <a:r>
              <a:rPr lang="ko-KR" altLang="en-US" sz="1200" dirty="0">
                <a:solidFill>
                  <a:schemeClr val="dk1"/>
                </a:solidFill>
                <a:latin typeface="Malgun Gothic"/>
                <a:ea typeface="Malgun Gothic"/>
                <a:sym typeface="Malgun Gothic"/>
              </a:rPr>
              <a:t> 턴의 다음 아군 턴에 획득하고 획득한 노드</a:t>
            </a:r>
            <a:r>
              <a:rPr lang="en-US" altLang="ko-KR" sz="1200" dirty="0">
                <a:solidFill>
                  <a:schemeClr val="dk1"/>
                </a:solidFill>
                <a:latin typeface="Malgun Gothic"/>
                <a:ea typeface="Malgun Gothic"/>
                <a:sym typeface="Malgun Gothic"/>
              </a:rPr>
              <a:t>(</a:t>
            </a:r>
            <a:r>
              <a:rPr lang="ko-KR" altLang="en-US" sz="1200" dirty="0">
                <a:solidFill>
                  <a:schemeClr val="dk1"/>
                </a:solidFill>
                <a:latin typeface="Malgun Gothic"/>
                <a:ea typeface="Malgun Gothic"/>
                <a:sym typeface="Malgun Gothic"/>
              </a:rPr>
              <a:t>웨이브가 있을 경우 획득한 웨이브</a:t>
            </a:r>
            <a:r>
              <a:rPr lang="en-US" altLang="ko-KR" sz="1200" dirty="0">
                <a:solidFill>
                  <a:schemeClr val="dk1"/>
                </a:solidFill>
                <a:latin typeface="Malgun Gothic"/>
                <a:ea typeface="Malgun Gothic"/>
                <a:sym typeface="Malgun Gothic"/>
              </a:rPr>
              <a:t>)</a:t>
            </a:r>
            <a:r>
              <a:rPr lang="ko-KR" altLang="en-US" sz="1200" dirty="0">
                <a:solidFill>
                  <a:schemeClr val="dk1"/>
                </a:solidFill>
                <a:latin typeface="Malgun Gothic"/>
                <a:ea typeface="Malgun Gothic"/>
                <a:sym typeface="Malgun Gothic"/>
              </a:rPr>
              <a:t> 내에 사용하지 않은 특수 카드는 사라진다</a:t>
            </a:r>
            <a:r>
              <a:rPr lang="en-US" altLang="ko-KR" sz="1200" dirty="0">
                <a:solidFill>
                  <a:schemeClr val="dk1"/>
                </a:solidFill>
                <a:latin typeface="Malgun Gothic"/>
                <a:ea typeface="Malgun Gothic"/>
                <a:sym typeface="Malgun Gothic"/>
              </a:rPr>
              <a:t>.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>
                <a:solidFill>
                  <a:schemeClr val="dk1"/>
                </a:solidFill>
                <a:latin typeface="Malgun Gothic"/>
                <a:ea typeface="Malgun Gothic"/>
                <a:sym typeface="Malgun Gothic"/>
              </a:rPr>
              <a:t>특수 카드는 드래그 앤 드랍으로 사용할 수 있다</a:t>
            </a:r>
            <a:r>
              <a:rPr lang="en-US" altLang="ko-KR" sz="1200" dirty="0">
                <a:solidFill>
                  <a:schemeClr val="dk1"/>
                </a:solidFill>
                <a:latin typeface="Malgun Gothic"/>
                <a:ea typeface="Malgun Gothic"/>
                <a:sym typeface="Malgun Gothic"/>
              </a:rPr>
              <a:t>.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>
                <a:solidFill>
                  <a:schemeClr val="dk1"/>
                </a:solidFill>
                <a:latin typeface="Malgun Gothic"/>
                <a:ea typeface="Malgun Gothic"/>
                <a:sym typeface="Malgun Gothic"/>
              </a:rPr>
              <a:t>특수 카드는 시너지를 </a:t>
            </a:r>
            <a:r>
              <a:rPr lang="ko-KR" altLang="en-US" sz="1200" dirty="0" err="1">
                <a:solidFill>
                  <a:schemeClr val="dk1"/>
                </a:solidFill>
                <a:latin typeface="Malgun Gothic"/>
                <a:ea typeface="Malgun Gothic"/>
                <a:sym typeface="Malgun Gothic"/>
              </a:rPr>
              <a:t>이어나갈</a:t>
            </a:r>
            <a:r>
              <a:rPr lang="ko-KR" altLang="en-US" sz="1200" dirty="0">
                <a:solidFill>
                  <a:schemeClr val="dk1"/>
                </a:solidFill>
                <a:latin typeface="Malgun Gothic"/>
                <a:ea typeface="Malgun Gothic"/>
                <a:sym typeface="Malgun Gothic"/>
              </a:rPr>
              <a:t> 수 있도록 만들어준다</a:t>
            </a:r>
            <a:r>
              <a:rPr lang="en-US" altLang="ko-KR" sz="1200" dirty="0">
                <a:solidFill>
                  <a:schemeClr val="dk1"/>
                </a:solidFill>
                <a:latin typeface="Malgun Gothic"/>
                <a:ea typeface="Malgun Gothic"/>
                <a:sym typeface="Malgun Gothic"/>
              </a:rPr>
              <a:t>.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>
                <a:solidFill>
                  <a:schemeClr val="dk1"/>
                </a:solidFill>
                <a:latin typeface="Malgun Gothic"/>
                <a:ea typeface="Malgun Gothic"/>
                <a:sym typeface="Malgun Gothic"/>
              </a:rPr>
              <a:t>특수 카드는 스킬 코스트를 소모하지 않는다</a:t>
            </a:r>
            <a:r>
              <a:rPr lang="en-US" altLang="ko-KR" sz="1200" dirty="0">
                <a:solidFill>
                  <a:schemeClr val="dk1"/>
                </a:solidFill>
                <a:latin typeface="Malgun Gothic"/>
                <a:ea typeface="Malgun Gothic"/>
                <a:sym typeface="Malgun Gothic"/>
              </a:rPr>
              <a:t>.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50" dirty="0"/>
          </a:p>
        </p:txBody>
      </p:sp>
      <p:sp>
        <p:nvSpPr>
          <p:cNvPr id="31" name="Google Shape;103;p3">
            <a:extLst>
              <a:ext uri="{FF2B5EF4-FFF2-40B4-BE49-F238E27FC236}">
                <a16:creationId xmlns:a16="http://schemas.microsoft.com/office/drawing/2014/main" id="{56353311-6EE9-4AD1-8269-E3FE3BFC4520}"/>
              </a:ext>
            </a:extLst>
          </p:cNvPr>
          <p:cNvSpPr/>
          <p:nvPr/>
        </p:nvSpPr>
        <p:spPr>
          <a:xfrm>
            <a:off x="2009003" y="1789543"/>
            <a:ext cx="8173994" cy="3931636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2" name="Google Shape;104;p3">
            <a:extLst>
              <a:ext uri="{FF2B5EF4-FFF2-40B4-BE49-F238E27FC236}">
                <a16:creationId xmlns:a16="http://schemas.microsoft.com/office/drawing/2014/main" id="{9B9DD002-4C47-4D4B-AA34-F8D51EAEB84D}"/>
              </a:ext>
            </a:extLst>
          </p:cNvPr>
          <p:cNvSpPr/>
          <p:nvPr/>
        </p:nvSpPr>
        <p:spPr>
          <a:xfrm>
            <a:off x="8243760" y="2903836"/>
            <a:ext cx="611659" cy="1025611"/>
          </a:xfrm>
          <a:prstGeom prst="ellipse">
            <a:avLst/>
          </a:prstGeom>
          <a:solidFill>
            <a:srgbClr val="C55A1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3" name="Google Shape;105;p3">
            <a:extLst>
              <a:ext uri="{FF2B5EF4-FFF2-40B4-BE49-F238E27FC236}">
                <a16:creationId xmlns:a16="http://schemas.microsoft.com/office/drawing/2014/main" id="{CD1F0A1B-B8A0-4B29-8E3B-6E1406BFC8C7}"/>
              </a:ext>
            </a:extLst>
          </p:cNvPr>
          <p:cNvSpPr/>
          <p:nvPr/>
        </p:nvSpPr>
        <p:spPr>
          <a:xfrm>
            <a:off x="7433878" y="2903836"/>
            <a:ext cx="611659" cy="1025611"/>
          </a:xfrm>
          <a:prstGeom prst="ellipse">
            <a:avLst/>
          </a:prstGeom>
          <a:solidFill>
            <a:srgbClr val="C55A1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4" name="Google Shape;106;p3">
            <a:extLst>
              <a:ext uri="{FF2B5EF4-FFF2-40B4-BE49-F238E27FC236}">
                <a16:creationId xmlns:a16="http://schemas.microsoft.com/office/drawing/2014/main" id="{F99D7B14-95FA-4949-9528-AE7E191EB57A}"/>
              </a:ext>
            </a:extLst>
          </p:cNvPr>
          <p:cNvSpPr/>
          <p:nvPr/>
        </p:nvSpPr>
        <p:spPr>
          <a:xfrm>
            <a:off x="9053642" y="2903836"/>
            <a:ext cx="611659" cy="1025611"/>
          </a:xfrm>
          <a:prstGeom prst="ellipse">
            <a:avLst/>
          </a:prstGeom>
          <a:solidFill>
            <a:srgbClr val="C55A1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5" name="Google Shape;107;p3">
            <a:extLst>
              <a:ext uri="{FF2B5EF4-FFF2-40B4-BE49-F238E27FC236}">
                <a16:creationId xmlns:a16="http://schemas.microsoft.com/office/drawing/2014/main" id="{F9FDC173-76E7-4DDB-820F-E2EF7AEE9951}"/>
              </a:ext>
            </a:extLst>
          </p:cNvPr>
          <p:cNvSpPr/>
          <p:nvPr/>
        </p:nvSpPr>
        <p:spPr>
          <a:xfrm>
            <a:off x="3516400" y="2903836"/>
            <a:ext cx="611659" cy="1025611"/>
          </a:xfrm>
          <a:prstGeom prst="ellipse">
            <a:avLst/>
          </a:prstGeom>
          <a:solidFill>
            <a:schemeClr val="accent6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6" name="Google Shape;108;p3">
            <a:extLst>
              <a:ext uri="{FF2B5EF4-FFF2-40B4-BE49-F238E27FC236}">
                <a16:creationId xmlns:a16="http://schemas.microsoft.com/office/drawing/2014/main" id="{73145540-0363-4361-82A2-C510ADA4687D}"/>
              </a:ext>
            </a:extLst>
          </p:cNvPr>
          <p:cNvSpPr/>
          <p:nvPr/>
        </p:nvSpPr>
        <p:spPr>
          <a:xfrm>
            <a:off x="2706518" y="2903836"/>
            <a:ext cx="611659" cy="1025611"/>
          </a:xfrm>
          <a:prstGeom prst="ellipse">
            <a:avLst/>
          </a:prstGeom>
          <a:solidFill>
            <a:schemeClr val="accent6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6" name="Google Shape;109;p3">
            <a:extLst>
              <a:ext uri="{FF2B5EF4-FFF2-40B4-BE49-F238E27FC236}">
                <a16:creationId xmlns:a16="http://schemas.microsoft.com/office/drawing/2014/main" id="{852AC281-A503-46B2-824F-68E3DE748CEE}"/>
              </a:ext>
            </a:extLst>
          </p:cNvPr>
          <p:cNvSpPr/>
          <p:nvPr/>
        </p:nvSpPr>
        <p:spPr>
          <a:xfrm>
            <a:off x="4326282" y="2903836"/>
            <a:ext cx="611659" cy="1025611"/>
          </a:xfrm>
          <a:prstGeom prst="ellipse">
            <a:avLst/>
          </a:prstGeom>
          <a:solidFill>
            <a:schemeClr val="accent6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3" name="Google Shape;110;p3">
            <a:extLst>
              <a:ext uri="{FF2B5EF4-FFF2-40B4-BE49-F238E27FC236}">
                <a16:creationId xmlns:a16="http://schemas.microsoft.com/office/drawing/2014/main" id="{5E044C9A-9708-49ED-B435-08CD7F9D7702}"/>
              </a:ext>
            </a:extLst>
          </p:cNvPr>
          <p:cNvSpPr/>
          <p:nvPr/>
        </p:nvSpPr>
        <p:spPr>
          <a:xfrm>
            <a:off x="2009003" y="4361935"/>
            <a:ext cx="8173994" cy="1359244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5" name="Google Shape;111;p3">
            <a:extLst>
              <a:ext uri="{FF2B5EF4-FFF2-40B4-BE49-F238E27FC236}">
                <a16:creationId xmlns:a16="http://schemas.microsoft.com/office/drawing/2014/main" id="{421DF47B-69E0-443D-9ACA-1FFC688DE638}"/>
              </a:ext>
            </a:extLst>
          </p:cNvPr>
          <p:cNvSpPr/>
          <p:nvPr/>
        </p:nvSpPr>
        <p:spPr>
          <a:xfrm>
            <a:off x="8973063" y="4487686"/>
            <a:ext cx="914400" cy="106667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카드</a:t>
            </a: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덱</a:t>
            </a: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6" name="Google Shape;112;p3">
            <a:extLst>
              <a:ext uri="{FF2B5EF4-FFF2-40B4-BE49-F238E27FC236}">
                <a16:creationId xmlns:a16="http://schemas.microsoft.com/office/drawing/2014/main" id="{753826B9-809E-47AF-8B1F-E8D31B26C776}"/>
              </a:ext>
            </a:extLst>
          </p:cNvPr>
          <p:cNvSpPr txBox="1"/>
          <p:nvPr/>
        </p:nvSpPr>
        <p:spPr>
          <a:xfrm>
            <a:off x="3481728" y="2410253"/>
            <a:ext cx="6463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아군</a:t>
            </a:r>
            <a:endParaRPr/>
          </a:p>
        </p:txBody>
      </p:sp>
      <p:sp>
        <p:nvSpPr>
          <p:cNvPr id="68" name="Google Shape;113;p3">
            <a:extLst>
              <a:ext uri="{FF2B5EF4-FFF2-40B4-BE49-F238E27FC236}">
                <a16:creationId xmlns:a16="http://schemas.microsoft.com/office/drawing/2014/main" id="{9F88DBE4-1A54-4FBE-BC59-E888FD6F93CD}"/>
              </a:ext>
            </a:extLst>
          </p:cNvPr>
          <p:cNvSpPr txBox="1"/>
          <p:nvPr/>
        </p:nvSpPr>
        <p:spPr>
          <a:xfrm>
            <a:off x="8111007" y="2399264"/>
            <a:ext cx="87716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몬스터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25E38E4-B019-4521-B6FD-711D3EE601A7}"/>
              </a:ext>
            </a:extLst>
          </p:cNvPr>
          <p:cNvSpPr txBox="1"/>
          <p:nvPr/>
        </p:nvSpPr>
        <p:spPr>
          <a:xfrm>
            <a:off x="8111007" y="1765209"/>
            <a:ext cx="21788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특수 카드 사용 화면 예시</a:t>
            </a:r>
            <a:endParaRPr lang="ko-KR" altLang="en-US" dirty="0"/>
          </a:p>
        </p:txBody>
      </p:sp>
      <p:sp>
        <p:nvSpPr>
          <p:cNvPr id="72" name="Google Shape;177;p6">
            <a:extLst>
              <a:ext uri="{FF2B5EF4-FFF2-40B4-BE49-F238E27FC236}">
                <a16:creationId xmlns:a16="http://schemas.microsoft.com/office/drawing/2014/main" id="{0D3D6DF5-CB86-453A-8497-8E4CC1582068}"/>
              </a:ext>
            </a:extLst>
          </p:cNvPr>
          <p:cNvSpPr/>
          <p:nvPr/>
        </p:nvSpPr>
        <p:spPr>
          <a:xfrm>
            <a:off x="2107203" y="3798125"/>
            <a:ext cx="487538" cy="507322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특수 카드 </a:t>
            </a:r>
            <a:r>
              <a:rPr lang="en-US" alt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sz="11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79746897-3A04-4D34-B5BE-96D61E7A31AE}"/>
              </a:ext>
            </a:extLst>
          </p:cNvPr>
          <p:cNvCxnSpPr>
            <a:endCxn id="72" idx="1"/>
          </p:cNvCxnSpPr>
          <p:nvPr/>
        </p:nvCxnSpPr>
        <p:spPr>
          <a:xfrm>
            <a:off x="1397977" y="3755361"/>
            <a:ext cx="709226" cy="2964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47419B47-4002-46FC-A711-C60DC66167B3}"/>
              </a:ext>
            </a:extLst>
          </p:cNvPr>
          <p:cNvSpPr txBox="1"/>
          <p:nvPr/>
        </p:nvSpPr>
        <p:spPr>
          <a:xfrm>
            <a:off x="750985" y="3344871"/>
            <a:ext cx="9525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획득한 </a:t>
            </a:r>
            <a:endParaRPr lang="en-US" altLang="ko-KR" dirty="0"/>
          </a:p>
          <a:p>
            <a:r>
              <a:rPr lang="ko-KR" altLang="en-US" dirty="0"/>
              <a:t>특수 카드</a:t>
            </a:r>
          </a:p>
        </p:txBody>
      </p:sp>
    </p:spTree>
    <p:extLst>
      <p:ext uri="{BB962C8B-B14F-4D97-AF65-F5344CB8AC3E}">
        <p14:creationId xmlns:p14="http://schemas.microsoft.com/office/powerpoint/2010/main" val="37302693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ko-KR" dirty="0"/>
              <a:t>스킬</a:t>
            </a:r>
            <a:r>
              <a:rPr lang="en-US" altLang="ko-KR" dirty="0"/>
              <a:t> </a:t>
            </a:r>
            <a:r>
              <a:rPr lang="ko-KR" altLang="en-US" dirty="0"/>
              <a:t>보유</a:t>
            </a:r>
            <a:endParaRPr dirty="0"/>
          </a:p>
        </p:txBody>
      </p:sp>
      <p:sp>
        <p:nvSpPr>
          <p:cNvPr id="121" name="Google Shape;121;p4"/>
          <p:cNvSpPr txBox="1"/>
          <p:nvPr/>
        </p:nvSpPr>
        <p:spPr>
          <a:xfrm>
            <a:off x="367595" y="4904442"/>
            <a:ext cx="2326179" cy="73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정방향</a:t>
            </a:r>
            <a:r>
              <a:rPr lang="ko-KR" altLang="en-US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스킬</a:t>
            </a:r>
            <a:r>
              <a:rPr lang="en-US" altLang="ko-KR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1</a:t>
            </a:r>
            <a:r>
              <a:rPr lang="ko-KR" altLang="en-US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</a:t>
            </a:r>
            <a:r>
              <a:rPr lang="en-US" altLang="ko-KR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</a:t>
            </a:r>
            <a:r>
              <a:rPr lang="ko-KR" altLang="en-US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역방향으로  전환 가능</a:t>
            </a:r>
            <a:r>
              <a:rPr lang="en-US" altLang="ko-KR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)</a:t>
            </a:r>
            <a:r>
              <a:rPr lang="ko-KR" altLang="en-US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endParaRPr lang="en-US" altLang="ko-KR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궁극기</a:t>
            </a:r>
            <a:r>
              <a:rPr lang="ko-KR" altLang="en-US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altLang="ko-KR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r>
              <a:rPr lang="ko-KR" altLang="en-US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 </a:t>
            </a:r>
            <a:endParaRPr lang="en-US" altLang="ko-KR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1289445" y="2901795"/>
            <a:ext cx="611659" cy="1025611"/>
          </a:xfrm>
          <a:prstGeom prst="ellipse">
            <a:avLst/>
          </a:prstGeom>
          <a:solidFill>
            <a:schemeClr val="accent6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481237" y="4087842"/>
            <a:ext cx="611659" cy="7378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 A</a:t>
            </a:r>
            <a:endParaRPr sz="11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2211381" y="4061583"/>
            <a:ext cx="611659" cy="7378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궁극기</a:t>
            </a:r>
            <a:endParaRPr sz="11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5" name="Google Shape;125;p4"/>
          <p:cNvSpPr txBox="1"/>
          <p:nvPr/>
        </p:nvSpPr>
        <p:spPr>
          <a:xfrm>
            <a:off x="3268514" y="4939557"/>
            <a:ext cx="2507865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정방향</a:t>
            </a:r>
            <a:endParaRPr lang="en-US" altLang="ko-KR" sz="16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 </a:t>
            </a: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r>
              <a:rPr 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</a:t>
            </a:r>
            <a:endParaRPr lang="en-US" altLang="ko-KR" sz="16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3776437" y="2901795"/>
            <a:ext cx="611659" cy="1025611"/>
          </a:xfrm>
          <a:prstGeom prst="ellipse">
            <a:avLst/>
          </a:prstGeom>
          <a:solidFill>
            <a:srgbClr val="C55A1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3408703" y="4065774"/>
            <a:ext cx="611659" cy="7378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</a:t>
            </a:r>
            <a:r>
              <a:rPr lang="en-US" alt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W</a:t>
            </a:r>
            <a:endParaRPr sz="11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6399681" y="2909280"/>
            <a:ext cx="611659" cy="1025611"/>
          </a:xfrm>
          <a:prstGeom prst="ellipse">
            <a:avLst/>
          </a:prstGeom>
          <a:solidFill>
            <a:srgbClr val="7030A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5592911" y="4073259"/>
            <a:ext cx="611659" cy="7378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 </a:t>
            </a:r>
            <a:r>
              <a:rPr lang="en-US" alt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U</a:t>
            </a:r>
            <a:endParaRPr sz="11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10596725" y="3187507"/>
            <a:ext cx="611659" cy="7378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 err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궁극기</a:t>
            </a:r>
            <a:endParaRPr sz="11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" name="Google Shape;127;p4">
            <a:extLst>
              <a:ext uri="{FF2B5EF4-FFF2-40B4-BE49-F238E27FC236}">
                <a16:creationId xmlns:a16="http://schemas.microsoft.com/office/drawing/2014/main" id="{678F291C-7DA5-48CD-BC08-B8A177AFE2E6}"/>
              </a:ext>
            </a:extLst>
          </p:cNvPr>
          <p:cNvSpPr/>
          <p:nvPr/>
        </p:nvSpPr>
        <p:spPr>
          <a:xfrm>
            <a:off x="4082266" y="4065774"/>
            <a:ext cx="611659" cy="7378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 </a:t>
            </a:r>
            <a:r>
              <a:rPr lang="en-US" alt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X</a:t>
            </a:r>
            <a:endParaRPr sz="11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" name="Google Shape;125;p4">
            <a:extLst>
              <a:ext uri="{FF2B5EF4-FFF2-40B4-BE49-F238E27FC236}">
                <a16:creationId xmlns:a16="http://schemas.microsoft.com/office/drawing/2014/main" id="{C6DB56A9-F183-4953-BAEA-51AA65A5DFD0}"/>
              </a:ext>
            </a:extLst>
          </p:cNvPr>
          <p:cNvSpPr txBox="1"/>
          <p:nvPr/>
        </p:nvSpPr>
        <p:spPr>
          <a:xfrm>
            <a:off x="5465028" y="4888688"/>
            <a:ext cx="2923874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정방향</a:t>
            </a:r>
            <a:r>
              <a:rPr lang="ko-KR" altLang="en-US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스킬 </a:t>
            </a:r>
            <a:r>
              <a:rPr lang="en-US" altLang="ko-KR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r>
              <a:rPr lang="ko-KR" altLang="en-US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</a:t>
            </a:r>
            <a:endParaRPr lang="en-US" altLang="ko-KR" sz="18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sz="18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7A241A1-6E06-4270-9E3C-65A6E2CA0BD6}"/>
              </a:ext>
            </a:extLst>
          </p:cNvPr>
          <p:cNvSpPr txBox="1"/>
          <p:nvPr/>
        </p:nvSpPr>
        <p:spPr>
          <a:xfrm>
            <a:off x="1069697" y="2582369"/>
            <a:ext cx="13336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아군 캐릭터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CD50059-FB44-4C0B-A380-BAE93C9E9C2A}"/>
              </a:ext>
            </a:extLst>
          </p:cNvPr>
          <p:cNvSpPr txBox="1"/>
          <p:nvPr/>
        </p:nvSpPr>
        <p:spPr>
          <a:xfrm>
            <a:off x="3583470" y="2594018"/>
            <a:ext cx="111045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잡</a:t>
            </a:r>
            <a:r>
              <a:rPr lang="ko-KR" altLang="en-US" sz="14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몬스터</a:t>
            </a:r>
            <a:endParaRPr lang="en-US" altLang="ko-KR" sz="14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264B020-8887-4CD3-9A46-A80BA8F5F133}"/>
              </a:ext>
            </a:extLst>
          </p:cNvPr>
          <p:cNvSpPr txBox="1"/>
          <p:nvPr/>
        </p:nvSpPr>
        <p:spPr>
          <a:xfrm>
            <a:off x="5898740" y="2572692"/>
            <a:ext cx="19031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중간 </a:t>
            </a:r>
            <a:r>
              <a:rPr lang="ko-KR" altLang="en-US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보</a:t>
            </a:r>
            <a:r>
              <a:rPr lang="ko-KR" altLang="en-US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 </a:t>
            </a:r>
            <a:r>
              <a:rPr lang="en-US" altLang="ko-KR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r>
              <a:rPr lang="ko-KR" altLang="en-US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페이즈</a:t>
            </a:r>
            <a:endParaRPr lang="en-US" altLang="ko-KR" sz="14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8" name="Google Shape;158;p5">
            <a:extLst>
              <a:ext uri="{FF2B5EF4-FFF2-40B4-BE49-F238E27FC236}">
                <a16:creationId xmlns:a16="http://schemas.microsoft.com/office/drawing/2014/main" id="{CD8484EF-F009-448C-991F-C64BD3022EB5}"/>
              </a:ext>
            </a:extLst>
          </p:cNvPr>
          <p:cNvSpPr/>
          <p:nvPr/>
        </p:nvSpPr>
        <p:spPr>
          <a:xfrm>
            <a:off x="367595" y="2531024"/>
            <a:ext cx="2594578" cy="3504016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" name="Google Shape;158;p5">
            <a:extLst>
              <a:ext uri="{FF2B5EF4-FFF2-40B4-BE49-F238E27FC236}">
                <a16:creationId xmlns:a16="http://schemas.microsoft.com/office/drawing/2014/main" id="{B8AE9300-EC32-4D5A-B0E9-D57BADB079BB}"/>
              </a:ext>
            </a:extLst>
          </p:cNvPr>
          <p:cNvSpPr/>
          <p:nvPr/>
        </p:nvSpPr>
        <p:spPr>
          <a:xfrm>
            <a:off x="3268514" y="2531024"/>
            <a:ext cx="1566111" cy="3336375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2" name="Google Shape;158;p5">
            <a:extLst>
              <a:ext uri="{FF2B5EF4-FFF2-40B4-BE49-F238E27FC236}">
                <a16:creationId xmlns:a16="http://schemas.microsoft.com/office/drawing/2014/main" id="{3E02F6C3-8872-4940-A5D1-73ECA5B5638A}"/>
              </a:ext>
            </a:extLst>
          </p:cNvPr>
          <p:cNvSpPr/>
          <p:nvPr/>
        </p:nvSpPr>
        <p:spPr>
          <a:xfrm>
            <a:off x="5465028" y="2503108"/>
            <a:ext cx="2397080" cy="3798631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7" name="Google Shape;128;p4">
            <a:extLst>
              <a:ext uri="{FF2B5EF4-FFF2-40B4-BE49-F238E27FC236}">
                <a16:creationId xmlns:a16="http://schemas.microsoft.com/office/drawing/2014/main" id="{BA61ECFE-CC39-4AAF-8661-DA877DA086D9}"/>
              </a:ext>
            </a:extLst>
          </p:cNvPr>
          <p:cNvSpPr/>
          <p:nvPr/>
        </p:nvSpPr>
        <p:spPr>
          <a:xfrm>
            <a:off x="9803002" y="2909280"/>
            <a:ext cx="611659" cy="1025611"/>
          </a:xfrm>
          <a:prstGeom prst="ellipse">
            <a:avLst/>
          </a:prstGeom>
          <a:solidFill>
            <a:srgbClr val="7030A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8" name="Google Shape;129;p4">
            <a:extLst>
              <a:ext uri="{FF2B5EF4-FFF2-40B4-BE49-F238E27FC236}">
                <a16:creationId xmlns:a16="http://schemas.microsoft.com/office/drawing/2014/main" id="{EBBA696B-FBE7-4496-8986-0FFABBEC225B}"/>
              </a:ext>
            </a:extLst>
          </p:cNvPr>
          <p:cNvSpPr/>
          <p:nvPr/>
        </p:nvSpPr>
        <p:spPr>
          <a:xfrm>
            <a:off x="9753304" y="4061583"/>
            <a:ext cx="611659" cy="7378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 </a:t>
            </a:r>
            <a:r>
              <a:rPr lang="en-US" alt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Y</a:t>
            </a:r>
            <a:endParaRPr sz="11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556CCC0-ECAB-4F71-9CCE-99B3ECB1EECF}"/>
              </a:ext>
            </a:extLst>
          </p:cNvPr>
          <p:cNvSpPr txBox="1"/>
          <p:nvPr/>
        </p:nvSpPr>
        <p:spPr>
          <a:xfrm>
            <a:off x="9302061" y="2572692"/>
            <a:ext cx="19031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중간 보</a:t>
            </a:r>
            <a:r>
              <a:rPr lang="ko-KR" altLang="en-US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 </a:t>
            </a:r>
            <a:r>
              <a:rPr lang="en-US" altLang="ko-KR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r>
              <a:rPr lang="ko-KR" altLang="en-US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페이즈</a:t>
            </a:r>
            <a:endParaRPr lang="en-US" altLang="ko-KR" sz="14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1" name="Google Shape;158;p5">
            <a:extLst>
              <a:ext uri="{FF2B5EF4-FFF2-40B4-BE49-F238E27FC236}">
                <a16:creationId xmlns:a16="http://schemas.microsoft.com/office/drawing/2014/main" id="{F9FB8849-64D9-49E9-88D3-60C8922F8144}"/>
              </a:ext>
            </a:extLst>
          </p:cNvPr>
          <p:cNvSpPr/>
          <p:nvPr/>
        </p:nvSpPr>
        <p:spPr>
          <a:xfrm>
            <a:off x="8868349" y="2503108"/>
            <a:ext cx="2397080" cy="3798631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28A5F6-BC29-41AF-A722-6A0127E5C9A3}"/>
              </a:ext>
            </a:extLst>
          </p:cNvPr>
          <p:cNvSpPr txBox="1"/>
          <p:nvPr/>
        </p:nvSpPr>
        <p:spPr>
          <a:xfrm>
            <a:off x="8835930" y="4948587"/>
            <a:ext cx="185980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정방향</a:t>
            </a:r>
            <a:r>
              <a:rPr lang="ko-KR" altLang="en-US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스킬 </a:t>
            </a:r>
            <a:r>
              <a:rPr lang="en-US" altLang="ko-KR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r>
              <a:rPr lang="ko-KR" altLang="en-US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</a:t>
            </a:r>
            <a:endParaRPr lang="en-US" altLang="ko-KR" sz="18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궁극기</a:t>
            </a:r>
            <a:r>
              <a:rPr lang="ko-KR" altLang="en-US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altLang="ko-KR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r>
              <a:rPr lang="ko-KR" altLang="en-US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 </a:t>
            </a:r>
            <a:endParaRPr lang="ko-KR" altLang="en-US" sz="1800" dirty="0"/>
          </a:p>
          <a:p>
            <a:endParaRPr lang="ko-KR" altLang="en-US" sz="1800" dirty="0"/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C195BCBC-7D29-4E96-98FE-79EA42404976}"/>
              </a:ext>
            </a:extLst>
          </p:cNvPr>
          <p:cNvCxnSpPr/>
          <p:nvPr/>
        </p:nvCxnSpPr>
        <p:spPr>
          <a:xfrm>
            <a:off x="8049268" y="4615544"/>
            <a:ext cx="6096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F5F0039-C5DA-4F7A-AF1F-392CF6579B60}"/>
              </a:ext>
            </a:extLst>
          </p:cNvPr>
          <p:cNvSpPr txBox="1"/>
          <p:nvPr/>
        </p:nvSpPr>
        <p:spPr>
          <a:xfrm>
            <a:off x="7890427" y="4021422"/>
            <a:ext cx="9525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/>
              <a:t>페이즈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ko-KR" altLang="en-US" dirty="0"/>
              <a:t>전환 </a:t>
            </a:r>
            <a:r>
              <a:rPr lang="ko-KR" altLang="en-US" dirty="0" err="1"/>
              <a:t>기믹</a:t>
            </a:r>
            <a:endParaRPr lang="ko-KR" altLang="en-US" dirty="0"/>
          </a:p>
        </p:txBody>
      </p:sp>
      <p:sp>
        <p:nvSpPr>
          <p:cNvPr id="33" name="Google Shape;129;p4">
            <a:extLst>
              <a:ext uri="{FF2B5EF4-FFF2-40B4-BE49-F238E27FC236}">
                <a16:creationId xmlns:a16="http://schemas.microsoft.com/office/drawing/2014/main" id="{A3E7A2DA-70DD-4C2F-82E0-BA8A55FF60A3}"/>
              </a:ext>
            </a:extLst>
          </p:cNvPr>
          <p:cNvSpPr/>
          <p:nvPr/>
        </p:nvSpPr>
        <p:spPr>
          <a:xfrm>
            <a:off x="6301291" y="4070612"/>
            <a:ext cx="611659" cy="7378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 </a:t>
            </a:r>
            <a:r>
              <a:rPr lang="en-US" alt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Y</a:t>
            </a:r>
            <a:endParaRPr sz="11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4" name="Google Shape;129;p4">
            <a:extLst>
              <a:ext uri="{FF2B5EF4-FFF2-40B4-BE49-F238E27FC236}">
                <a16:creationId xmlns:a16="http://schemas.microsoft.com/office/drawing/2014/main" id="{AB35EA75-62BE-42B3-BDA4-1BEE8EFE2BE9}"/>
              </a:ext>
            </a:extLst>
          </p:cNvPr>
          <p:cNvSpPr/>
          <p:nvPr/>
        </p:nvSpPr>
        <p:spPr>
          <a:xfrm>
            <a:off x="8976659" y="4061583"/>
            <a:ext cx="611659" cy="7378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 </a:t>
            </a:r>
            <a:r>
              <a:rPr lang="en-US" alt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U</a:t>
            </a:r>
            <a:endParaRPr sz="11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5" name="Google Shape;123;p4">
            <a:extLst>
              <a:ext uri="{FF2B5EF4-FFF2-40B4-BE49-F238E27FC236}">
                <a16:creationId xmlns:a16="http://schemas.microsoft.com/office/drawing/2014/main" id="{3FCA6278-0D2E-49AC-A7B7-0233055AD66B}"/>
              </a:ext>
            </a:extLst>
          </p:cNvPr>
          <p:cNvSpPr/>
          <p:nvPr/>
        </p:nvSpPr>
        <p:spPr>
          <a:xfrm rot="10800000">
            <a:off x="481237" y="3297500"/>
            <a:ext cx="611659" cy="7378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 </a:t>
            </a:r>
            <a:r>
              <a:rPr lang="ko-KR" sz="1100" dirty="0" err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A</a:t>
            </a:r>
            <a:endParaRPr sz="11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6" name="Google Shape;129;p4">
            <a:extLst>
              <a:ext uri="{FF2B5EF4-FFF2-40B4-BE49-F238E27FC236}">
                <a16:creationId xmlns:a16="http://schemas.microsoft.com/office/drawing/2014/main" id="{8122C40A-04A7-4B41-A25A-7B18EB8C4A4D}"/>
              </a:ext>
            </a:extLst>
          </p:cNvPr>
          <p:cNvSpPr/>
          <p:nvPr/>
        </p:nvSpPr>
        <p:spPr>
          <a:xfrm>
            <a:off x="7021260" y="4070760"/>
            <a:ext cx="611659" cy="7378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 </a:t>
            </a:r>
            <a:r>
              <a:rPr lang="en-US" alt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Z</a:t>
            </a:r>
            <a:endParaRPr sz="11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2" name="Google Shape;129;p4">
            <a:extLst>
              <a:ext uri="{FF2B5EF4-FFF2-40B4-BE49-F238E27FC236}">
                <a16:creationId xmlns:a16="http://schemas.microsoft.com/office/drawing/2014/main" id="{75BE5FCF-C573-49CB-B782-7A00AB3CE67A}"/>
              </a:ext>
            </a:extLst>
          </p:cNvPr>
          <p:cNvSpPr/>
          <p:nvPr/>
        </p:nvSpPr>
        <p:spPr>
          <a:xfrm>
            <a:off x="10503922" y="4057938"/>
            <a:ext cx="611659" cy="7378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 </a:t>
            </a:r>
            <a:r>
              <a:rPr lang="en-US" alt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Z</a:t>
            </a:r>
            <a:endParaRPr sz="11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ko-KR" altLang="en-US" dirty="0"/>
              <a:t>패시브</a:t>
            </a:r>
            <a:endParaRPr dirty="0"/>
          </a:p>
        </p:txBody>
      </p:sp>
      <p:sp>
        <p:nvSpPr>
          <p:cNvPr id="305" name="Google Shape;305;p13"/>
          <p:cNvSpPr txBox="1"/>
          <p:nvPr/>
        </p:nvSpPr>
        <p:spPr>
          <a:xfrm>
            <a:off x="263896" y="5954286"/>
            <a:ext cx="8268600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모든 아군 캐릭터는 패시브를 보유하고 있다</a:t>
            </a: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. </a:t>
            </a:r>
          </a:p>
          <a:p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패시브는 아군 캐릭터가 파티에 포함 되면 적용된다</a:t>
            </a: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.</a:t>
            </a:r>
          </a:p>
          <a:p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패시브 효과는 캐릭터에 따라 다르고</a:t>
            </a: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, </a:t>
            </a: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서로가 유기적으로 연결될 수 있도록 한다</a:t>
            </a: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.</a:t>
            </a:r>
          </a:p>
        </p:txBody>
      </p:sp>
      <p:sp>
        <p:nvSpPr>
          <p:cNvPr id="18" name="Google Shape;122;p4">
            <a:extLst>
              <a:ext uri="{FF2B5EF4-FFF2-40B4-BE49-F238E27FC236}">
                <a16:creationId xmlns:a16="http://schemas.microsoft.com/office/drawing/2014/main" id="{53779CEB-E749-4045-85CC-5EA28500ED05}"/>
              </a:ext>
            </a:extLst>
          </p:cNvPr>
          <p:cNvSpPr/>
          <p:nvPr/>
        </p:nvSpPr>
        <p:spPr>
          <a:xfrm>
            <a:off x="1375012" y="1904607"/>
            <a:ext cx="611659" cy="1025611"/>
          </a:xfrm>
          <a:prstGeom prst="ellipse">
            <a:avLst/>
          </a:prstGeom>
          <a:solidFill>
            <a:schemeClr val="accent6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D3D771B-9C87-4759-B3BC-83E32EE8FB5F}"/>
              </a:ext>
            </a:extLst>
          </p:cNvPr>
          <p:cNvSpPr txBox="1"/>
          <p:nvPr/>
        </p:nvSpPr>
        <p:spPr>
          <a:xfrm>
            <a:off x="1375012" y="1585180"/>
            <a:ext cx="13336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아군 </a:t>
            </a:r>
            <a:r>
              <a:rPr lang="en-US" altLang="ko-KR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lang="ko-KR" altLang="en-US" sz="14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8" name="Google Shape;158;p5">
            <a:extLst>
              <a:ext uri="{FF2B5EF4-FFF2-40B4-BE49-F238E27FC236}">
                <a16:creationId xmlns:a16="http://schemas.microsoft.com/office/drawing/2014/main" id="{93403ECF-90E0-40A1-B50F-F472190A1D99}"/>
              </a:ext>
            </a:extLst>
          </p:cNvPr>
          <p:cNvSpPr/>
          <p:nvPr/>
        </p:nvSpPr>
        <p:spPr>
          <a:xfrm>
            <a:off x="391616" y="1571484"/>
            <a:ext cx="2594578" cy="2112493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9" name="Google Shape;122;p4">
            <a:extLst>
              <a:ext uri="{FF2B5EF4-FFF2-40B4-BE49-F238E27FC236}">
                <a16:creationId xmlns:a16="http://schemas.microsoft.com/office/drawing/2014/main" id="{EFF216A5-85C6-4878-9515-B3FCC20F26A7}"/>
              </a:ext>
            </a:extLst>
          </p:cNvPr>
          <p:cNvSpPr/>
          <p:nvPr/>
        </p:nvSpPr>
        <p:spPr>
          <a:xfrm>
            <a:off x="4329227" y="1904607"/>
            <a:ext cx="611659" cy="1025611"/>
          </a:xfrm>
          <a:prstGeom prst="ellipse">
            <a:avLst/>
          </a:prstGeom>
          <a:solidFill>
            <a:schemeClr val="accent6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9D2EE62-E076-4B07-A163-E98A69A319AF}"/>
              </a:ext>
            </a:extLst>
          </p:cNvPr>
          <p:cNvSpPr txBox="1"/>
          <p:nvPr/>
        </p:nvSpPr>
        <p:spPr>
          <a:xfrm>
            <a:off x="4329227" y="1585180"/>
            <a:ext cx="13336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아군 </a:t>
            </a:r>
            <a:r>
              <a:rPr lang="en-US" altLang="ko-KR" sz="14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lang="ko-KR" altLang="en-US" sz="14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1" name="Google Shape;158;p5">
            <a:extLst>
              <a:ext uri="{FF2B5EF4-FFF2-40B4-BE49-F238E27FC236}">
                <a16:creationId xmlns:a16="http://schemas.microsoft.com/office/drawing/2014/main" id="{B5A0C451-A34F-4DAD-9406-EEECCA92E257}"/>
              </a:ext>
            </a:extLst>
          </p:cNvPr>
          <p:cNvSpPr/>
          <p:nvPr/>
        </p:nvSpPr>
        <p:spPr>
          <a:xfrm>
            <a:off x="3345831" y="1571484"/>
            <a:ext cx="2594578" cy="2112493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2" name="Google Shape;122;p4">
            <a:extLst>
              <a:ext uri="{FF2B5EF4-FFF2-40B4-BE49-F238E27FC236}">
                <a16:creationId xmlns:a16="http://schemas.microsoft.com/office/drawing/2014/main" id="{7E1A36D2-C1C4-4C7E-9751-055F9EF53D21}"/>
              </a:ext>
            </a:extLst>
          </p:cNvPr>
          <p:cNvSpPr/>
          <p:nvPr/>
        </p:nvSpPr>
        <p:spPr>
          <a:xfrm>
            <a:off x="1375012" y="4181815"/>
            <a:ext cx="611659" cy="1025611"/>
          </a:xfrm>
          <a:prstGeom prst="ellipse">
            <a:avLst/>
          </a:prstGeom>
          <a:solidFill>
            <a:schemeClr val="accent6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8D1E66C-408C-4C35-8AD8-928BE7A199B4}"/>
              </a:ext>
            </a:extLst>
          </p:cNvPr>
          <p:cNvSpPr txBox="1"/>
          <p:nvPr/>
        </p:nvSpPr>
        <p:spPr>
          <a:xfrm>
            <a:off x="1375012" y="3862388"/>
            <a:ext cx="13336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아군 </a:t>
            </a:r>
            <a:r>
              <a:rPr lang="en-US" altLang="ko-KR" sz="14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lang="ko-KR" altLang="en-US" sz="14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4" name="Google Shape;158;p5">
            <a:extLst>
              <a:ext uri="{FF2B5EF4-FFF2-40B4-BE49-F238E27FC236}">
                <a16:creationId xmlns:a16="http://schemas.microsoft.com/office/drawing/2014/main" id="{2D8C3561-D2B4-473F-927B-EB3186A78252}"/>
              </a:ext>
            </a:extLst>
          </p:cNvPr>
          <p:cNvSpPr/>
          <p:nvPr/>
        </p:nvSpPr>
        <p:spPr>
          <a:xfrm>
            <a:off x="391616" y="3848692"/>
            <a:ext cx="2594578" cy="2112493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5" name="Google Shape;122;p4">
            <a:extLst>
              <a:ext uri="{FF2B5EF4-FFF2-40B4-BE49-F238E27FC236}">
                <a16:creationId xmlns:a16="http://schemas.microsoft.com/office/drawing/2014/main" id="{547835C9-0A09-4EAF-A233-E3E98B342928}"/>
              </a:ext>
            </a:extLst>
          </p:cNvPr>
          <p:cNvSpPr/>
          <p:nvPr/>
        </p:nvSpPr>
        <p:spPr>
          <a:xfrm>
            <a:off x="4329227" y="4181815"/>
            <a:ext cx="611659" cy="1025611"/>
          </a:xfrm>
          <a:prstGeom prst="ellipse">
            <a:avLst/>
          </a:prstGeom>
          <a:solidFill>
            <a:schemeClr val="accent6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0F8AC1E-6D64-4BEA-8AFE-D522A83C9D20}"/>
              </a:ext>
            </a:extLst>
          </p:cNvPr>
          <p:cNvSpPr txBox="1"/>
          <p:nvPr/>
        </p:nvSpPr>
        <p:spPr>
          <a:xfrm>
            <a:off x="4329227" y="3862388"/>
            <a:ext cx="13336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아군 </a:t>
            </a:r>
            <a:r>
              <a:rPr lang="en-US" altLang="ko-KR" sz="14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lang="ko-KR" altLang="en-US" sz="14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7" name="Google Shape;158;p5">
            <a:extLst>
              <a:ext uri="{FF2B5EF4-FFF2-40B4-BE49-F238E27FC236}">
                <a16:creationId xmlns:a16="http://schemas.microsoft.com/office/drawing/2014/main" id="{EA1EB799-3954-4188-AA81-7B63787C43DE}"/>
              </a:ext>
            </a:extLst>
          </p:cNvPr>
          <p:cNvSpPr/>
          <p:nvPr/>
        </p:nvSpPr>
        <p:spPr>
          <a:xfrm>
            <a:off x="3345831" y="3848692"/>
            <a:ext cx="2594578" cy="2112493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1E6C48-CC23-4D54-9520-AFADFEEFA9C3}"/>
              </a:ext>
            </a:extLst>
          </p:cNvPr>
          <p:cNvSpPr txBox="1"/>
          <p:nvPr/>
        </p:nvSpPr>
        <p:spPr>
          <a:xfrm>
            <a:off x="391616" y="3323424"/>
            <a:ext cx="25378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힐을 받으면 아군 방어력 증가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ACCA53A-F6D6-479D-BFDD-5717C2E903A9}"/>
              </a:ext>
            </a:extLst>
          </p:cNvPr>
          <p:cNvSpPr txBox="1"/>
          <p:nvPr/>
        </p:nvSpPr>
        <p:spPr>
          <a:xfrm>
            <a:off x="3284414" y="3330971"/>
            <a:ext cx="27174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스킬 사용 시 </a:t>
            </a:r>
            <a:r>
              <a:rPr lang="ko-KR" altLang="en-US"/>
              <a:t>확률적으로 </a:t>
            </a:r>
            <a:r>
              <a:rPr lang="ko-KR" altLang="en-US" dirty="0" err="1"/>
              <a:t>아군힐</a:t>
            </a:r>
            <a:endParaRPr lang="ko-KR" altLang="en-US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D0A64C9-E6B9-4BA4-A294-EF760CE3C0B8}"/>
              </a:ext>
            </a:extLst>
          </p:cNvPr>
          <p:cNvSpPr txBox="1"/>
          <p:nvPr/>
        </p:nvSpPr>
        <p:spPr>
          <a:xfrm>
            <a:off x="391616" y="5431066"/>
            <a:ext cx="26677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확률적으로 발동되는 패시브의 </a:t>
            </a:r>
            <a:endParaRPr lang="en-US" altLang="ko-KR" dirty="0"/>
          </a:p>
          <a:p>
            <a:r>
              <a:rPr lang="ko-KR" altLang="en-US" dirty="0"/>
              <a:t>확률을 올린다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FBE80FC-6D5F-46C4-A36E-2337D80C6025}"/>
              </a:ext>
            </a:extLst>
          </p:cNvPr>
          <p:cNvSpPr txBox="1"/>
          <p:nvPr/>
        </p:nvSpPr>
        <p:spPr>
          <a:xfrm>
            <a:off x="3686960" y="5505345"/>
            <a:ext cx="20794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방어력이 </a:t>
            </a:r>
            <a:r>
              <a:rPr lang="ko-KR" altLang="en-US"/>
              <a:t>증가하면 </a:t>
            </a:r>
            <a:r>
              <a:rPr lang="ko-KR" altLang="en-US" dirty="0" err="1"/>
              <a:t>자힐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6271784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ko-KR" dirty="0"/>
              <a:t>스킬</a:t>
            </a:r>
            <a:r>
              <a:rPr lang="en-US" altLang="ko-KR" dirty="0"/>
              <a:t> </a:t>
            </a:r>
            <a:r>
              <a:rPr lang="ko-KR" altLang="en-US" dirty="0"/>
              <a:t>보유</a:t>
            </a:r>
            <a:endParaRPr dirty="0"/>
          </a:p>
        </p:txBody>
      </p:sp>
      <p:sp>
        <p:nvSpPr>
          <p:cNvPr id="18" name="Google Shape;128;p4">
            <a:extLst>
              <a:ext uri="{FF2B5EF4-FFF2-40B4-BE49-F238E27FC236}">
                <a16:creationId xmlns:a16="http://schemas.microsoft.com/office/drawing/2014/main" id="{335E44D9-DA4D-4A99-9C4F-F71FEF837ED0}"/>
              </a:ext>
            </a:extLst>
          </p:cNvPr>
          <p:cNvSpPr/>
          <p:nvPr/>
        </p:nvSpPr>
        <p:spPr>
          <a:xfrm>
            <a:off x="1248543" y="2620180"/>
            <a:ext cx="611659" cy="1025611"/>
          </a:xfrm>
          <a:prstGeom prst="ellipse">
            <a:avLst/>
          </a:prstGeom>
          <a:solidFill>
            <a:srgbClr val="FF000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" name="Google Shape;129;p4">
            <a:extLst>
              <a:ext uri="{FF2B5EF4-FFF2-40B4-BE49-F238E27FC236}">
                <a16:creationId xmlns:a16="http://schemas.microsoft.com/office/drawing/2014/main" id="{9299F8A8-AB0B-424F-A1A8-F3AFB42071CD}"/>
              </a:ext>
            </a:extLst>
          </p:cNvPr>
          <p:cNvSpPr/>
          <p:nvPr/>
        </p:nvSpPr>
        <p:spPr>
          <a:xfrm>
            <a:off x="5479424" y="3821756"/>
            <a:ext cx="611659" cy="7378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 </a:t>
            </a:r>
            <a:r>
              <a:rPr lang="en-US" alt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P</a:t>
            </a:r>
            <a:endParaRPr sz="11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" name="Google Shape;130;p4">
            <a:extLst>
              <a:ext uri="{FF2B5EF4-FFF2-40B4-BE49-F238E27FC236}">
                <a16:creationId xmlns:a16="http://schemas.microsoft.com/office/drawing/2014/main" id="{C21AF2AC-291B-4413-ABF8-E2A7D2C21727}"/>
              </a:ext>
            </a:extLst>
          </p:cNvPr>
          <p:cNvSpPr/>
          <p:nvPr/>
        </p:nvSpPr>
        <p:spPr>
          <a:xfrm>
            <a:off x="10648261" y="2826626"/>
            <a:ext cx="611659" cy="7378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궁극기</a:t>
            </a:r>
            <a:endParaRPr sz="11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" name="Google Shape;125;p4">
            <a:extLst>
              <a:ext uri="{FF2B5EF4-FFF2-40B4-BE49-F238E27FC236}">
                <a16:creationId xmlns:a16="http://schemas.microsoft.com/office/drawing/2014/main" id="{1BE1EB3F-D17D-4640-9DE8-DD8D6C5E9494}"/>
              </a:ext>
            </a:extLst>
          </p:cNvPr>
          <p:cNvSpPr txBox="1"/>
          <p:nvPr/>
        </p:nvSpPr>
        <p:spPr>
          <a:xfrm>
            <a:off x="435719" y="4756829"/>
            <a:ext cx="2923874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정방향</a:t>
            </a:r>
            <a:r>
              <a:rPr lang="ko-KR" altLang="en-US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스킬 </a:t>
            </a:r>
            <a:r>
              <a:rPr lang="en-US" altLang="ko-KR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r>
              <a:rPr lang="ko-KR" altLang="en-US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</a:t>
            </a:r>
            <a:endParaRPr lang="en-US" altLang="ko-KR" sz="18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sz="18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4" name="Google Shape;129;p4">
            <a:extLst>
              <a:ext uri="{FF2B5EF4-FFF2-40B4-BE49-F238E27FC236}">
                <a16:creationId xmlns:a16="http://schemas.microsoft.com/office/drawing/2014/main" id="{A25AAF99-5599-47C2-B803-766DB0CB649C}"/>
              </a:ext>
            </a:extLst>
          </p:cNvPr>
          <p:cNvSpPr/>
          <p:nvPr/>
        </p:nvSpPr>
        <p:spPr>
          <a:xfrm>
            <a:off x="1248543" y="3806030"/>
            <a:ext cx="611659" cy="7378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 </a:t>
            </a:r>
            <a:r>
              <a:rPr lang="en-US" alt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O</a:t>
            </a:r>
            <a:endParaRPr sz="11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5" name="Google Shape;129;p4">
            <a:extLst>
              <a:ext uri="{FF2B5EF4-FFF2-40B4-BE49-F238E27FC236}">
                <a16:creationId xmlns:a16="http://schemas.microsoft.com/office/drawing/2014/main" id="{BDCCF42B-536C-4AD5-A1D6-71142FFD2377}"/>
              </a:ext>
            </a:extLst>
          </p:cNvPr>
          <p:cNvSpPr/>
          <p:nvPr/>
        </p:nvSpPr>
        <p:spPr>
          <a:xfrm>
            <a:off x="574980" y="3798572"/>
            <a:ext cx="611659" cy="7378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 </a:t>
            </a:r>
            <a:r>
              <a:rPr lang="en-US" altLang="ko-KR" sz="11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S</a:t>
            </a:r>
            <a:endParaRPr sz="11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C660EC7-90C8-4E3A-BB96-005C7866F952}"/>
              </a:ext>
            </a:extLst>
          </p:cNvPr>
          <p:cNvSpPr txBox="1"/>
          <p:nvPr/>
        </p:nvSpPr>
        <p:spPr>
          <a:xfrm>
            <a:off x="1119532" y="2312403"/>
            <a:ext cx="196478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최종 보스</a:t>
            </a:r>
            <a:r>
              <a:rPr lang="en-US" altLang="ko-KR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1</a:t>
            </a:r>
            <a:r>
              <a:rPr lang="ko-KR" altLang="en-US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페이즈</a:t>
            </a:r>
            <a:endParaRPr lang="en-US" altLang="ko-KR" sz="14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4" name="Google Shape;158;p5">
            <a:extLst>
              <a:ext uri="{FF2B5EF4-FFF2-40B4-BE49-F238E27FC236}">
                <a16:creationId xmlns:a16="http://schemas.microsoft.com/office/drawing/2014/main" id="{D6A9DF7D-3AD1-4F0F-9A5C-B1991BE1547E}"/>
              </a:ext>
            </a:extLst>
          </p:cNvPr>
          <p:cNvSpPr/>
          <p:nvPr/>
        </p:nvSpPr>
        <p:spPr>
          <a:xfrm>
            <a:off x="203251" y="2219840"/>
            <a:ext cx="3050308" cy="3743354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5" name="Google Shape;129;p4">
            <a:extLst>
              <a:ext uri="{FF2B5EF4-FFF2-40B4-BE49-F238E27FC236}">
                <a16:creationId xmlns:a16="http://schemas.microsoft.com/office/drawing/2014/main" id="{3748DB91-A1C5-4ACF-8B59-8825A6F0B5D1}"/>
              </a:ext>
            </a:extLst>
          </p:cNvPr>
          <p:cNvSpPr/>
          <p:nvPr/>
        </p:nvSpPr>
        <p:spPr>
          <a:xfrm>
            <a:off x="6152987" y="3816585"/>
            <a:ext cx="611659" cy="7378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 </a:t>
            </a:r>
            <a:r>
              <a:rPr lang="en-US" alt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N</a:t>
            </a:r>
            <a:endParaRPr sz="11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2" name="Google Shape;128;p4">
            <a:extLst>
              <a:ext uri="{FF2B5EF4-FFF2-40B4-BE49-F238E27FC236}">
                <a16:creationId xmlns:a16="http://schemas.microsoft.com/office/drawing/2014/main" id="{4F242BC0-8218-4866-AB72-D3509B8492C1}"/>
              </a:ext>
            </a:extLst>
          </p:cNvPr>
          <p:cNvSpPr/>
          <p:nvPr/>
        </p:nvSpPr>
        <p:spPr>
          <a:xfrm>
            <a:off x="5445260" y="2635906"/>
            <a:ext cx="611659" cy="1025611"/>
          </a:xfrm>
          <a:prstGeom prst="ellipse">
            <a:avLst/>
          </a:prstGeom>
          <a:solidFill>
            <a:srgbClr val="FF000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3" name="Google Shape;125;p4">
            <a:extLst>
              <a:ext uri="{FF2B5EF4-FFF2-40B4-BE49-F238E27FC236}">
                <a16:creationId xmlns:a16="http://schemas.microsoft.com/office/drawing/2014/main" id="{ED176170-F556-47D2-AC4C-313D19B913DF}"/>
              </a:ext>
            </a:extLst>
          </p:cNvPr>
          <p:cNvSpPr txBox="1"/>
          <p:nvPr/>
        </p:nvSpPr>
        <p:spPr>
          <a:xfrm>
            <a:off x="4632436" y="4772555"/>
            <a:ext cx="2923874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정방향</a:t>
            </a:r>
            <a:r>
              <a:rPr lang="ko-KR" altLang="en-US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스킬 </a:t>
            </a:r>
            <a:r>
              <a:rPr lang="en-US" altLang="ko-KR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r>
              <a:rPr lang="ko-KR" altLang="en-US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 </a:t>
            </a:r>
            <a:endParaRPr lang="en-US" altLang="ko-KR" sz="18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sz="18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5" name="Google Shape;129;p4">
            <a:extLst>
              <a:ext uri="{FF2B5EF4-FFF2-40B4-BE49-F238E27FC236}">
                <a16:creationId xmlns:a16="http://schemas.microsoft.com/office/drawing/2014/main" id="{40933BC2-8870-4E37-B41B-94DC18B21E0C}"/>
              </a:ext>
            </a:extLst>
          </p:cNvPr>
          <p:cNvSpPr/>
          <p:nvPr/>
        </p:nvSpPr>
        <p:spPr>
          <a:xfrm>
            <a:off x="4771697" y="3814298"/>
            <a:ext cx="611659" cy="7378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 </a:t>
            </a:r>
            <a:r>
              <a:rPr lang="en-US" altLang="ko-KR" sz="11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S</a:t>
            </a:r>
            <a:endParaRPr sz="11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5AC6439-2B09-42C2-ACB5-C17FC1D60EB4}"/>
              </a:ext>
            </a:extLst>
          </p:cNvPr>
          <p:cNvSpPr txBox="1"/>
          <p:nvPr/>
        </p:nvSpPr>
        <p:spPr>
          <a:xfrm>
            <a:off x="5316249" y="2328129"/>
            <a:ext cx="196478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최종 보스</a:t>
            </a:r>
            <a:r>
              <a:rPr lang="en-US" altLang="ko-KR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2</a:t>
            </a:r>
            <a:r>
              <a:rPr lang="ko-KR" altLang="en-US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페이즈</a:t>
            </a:r>
            <a:endParaRPr lang="en-US" altLang="ko-KR" sz="14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7" name="Google Shape;158;p5">
            <a:extLst>
              <a:ext uri="{FF2B5EF4-FFF2-40B4-BE49-F238E27FC236}">
                <a16:creationId xmlns:a16="http://schemas.microsoft.com/office/drawing/2014/main" id="{3927E17F-2B4A-45E7-BDCC-2E420545D78E}"/>
              </a:ext>
            </a:extLst>
          </p:cNvPr>
          <p:cNvSpPr/>
          <p:nvPr/>
        </p:nvSpPr>
        <p:spPr>
          <a:xfrm>
            <a:off x="4399968" y="2235566"/>
            <a:ext cx="3050308" cy="3743354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8" name="Google Shape;129;p4">
            <a:extLst>
              <a:ext uri="{FF2B5EF4-FFF2-40B4-BE49-F238E27FC236}">
                <a16:creationId xmlns:a16="http://schemas.microsoft.com/office/drawing/2014/main" id="{FE6A824D-6762-4995-A373-A8BB56311484}"/>
              </a:ext>
            </a:extLst>
          </p:cNvPr>
          <p:cNvSpPr/>
          <p:nvPr/>
        </p:nvSpPr>
        <p:spPr>
          <a:xfrm>
            <a:off x="10173167" y="3811201"/>
            <a:ext cx="611659" cy="7378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 </a:t>
            </a:r>
            <a:r>
              <a:rPr lang="en-US" alt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P</a:t>
            </a:r>
            <a:endParaRPr sz="11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9" name="Google Shape;129;p4">
            <a:extLst>
              <a:ext uri="{FF2B5EF4-FFF2-40B4-BE49-F238E27FC236}">
                <a16:creationId xmlns:a16="http://schemas.microsoft.com/office/drawing/2014/main" id="{B12FC41C-2D5D-40CD-8046-109D7CE710ED}"/>
              </a:ext>
            </a:extLst>
          </p:cNvPr>
          <p:cNvSpPr/>
          <p:nvPr/>
        </p:nvSpPr>
        <p:spPr>
          <a:xfrm>
            <a:off x="10846730" y="3806030"/>
            <a:ext cx="611659" cy="7378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 </a:t>
            </a:r>
            <a:r>
              <a:rPr lang="en-US" alt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N</a:t>
            </a:r>
            <a:endParaRPr sz="11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0" name="Google Shape;128;p4">
            <a:extLst>
              <a:ext uri="{FF2B5EF4-FFF2-40B4-BE49-F238E27FC236}">
                <a16:creationId xmlns:a16="http://schemas.microsoft.com/office/drawing/2014/main" id="{670025C4-6DE5-410C-9FE4-89551E9AF906}"/>
              </a:ext>
            </a:extLst>
          </p:cNvPr>
          <p:cNvSpPr/>
          <p:nvPr/>
        </p:nvSpPr>
        <p:spPr>
          <a:xfrm>
            <a:off x="9507716" y="2601917"/>
            <a:ext cx="611659" cy="1025611"/>
          </a:xfrm>
          <a:prstGeom prst="ellipse">
            <a:avLst/>
          </a:prstGeom>
          <a:solidFill>
            <a:srgbClr val="FF000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1" name="Google Shape;125;p4">
            <a:extLst>
              <a:ext uri="{FF2B5EF4-FFF2-40B4-BE49-F238E27FC236}">
                <a16:creationId xmlns:a16="http://schemas.microsoft.com/office/drawing/2014/main" id="{315D0DC2-81CD-4F41-A46D-D136025E573C}"/>
              </a:ext>
            </a:extLst>
          </p:cNvPr>
          <p:cNvSpPr txBox="1"/>
          <p:nvPr/>
        </p:nvSpPr>
        <p:spPr>
          <a:xfrm>
            <a:off x="8694892" y="4738566"/>
            <a:ext cx="2923874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정방향</a:t>
            </a:r>
            <a:r>
              <a:rPr lang="ko-KR" altLang="en-US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스킬 </a:t>
            </a:r>
            <a:r>
              <a:rPr lang="en-US" altLang="ko-KR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r>
              <a:rPr lang="ko-KR" altLang="en-US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</a:t>
            </a:r>
            <a:endParaRPr lang="en-US" altLang="ko-KR" sz="18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궁극기</a:t>
            </a:r>
            <a:r>
              <a:rPr lang="ko-KR" altLang="en-US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altLang="ko-KR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r>
              <a:rPr lang="ko-KR" altLang="en-US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</a:t>
            </a:r>
            <a:r>
              <a:rPr lang="en-US" altLang="ko-KR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(</a:t>
            </a:r>
            <a:r>
              <a:rPr lang="ko-KR" altLang="en-US"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페이즈</a:t>
            </a:r>
            <a:r>
              <a:rPr lang="ko-KR" altLang="en-US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전환 </a:t>
            </a:r>
            <a:r>
              <a:rPr lang="ko-KR" altLang="en-US"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기믹인</a:t>
            </a:r>
            <a:r>
              <a:rPr lang="ko-KR" altLang="en-US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즉사 패턴임</a:t>
            </a:r>
            <a:r>
              <a:rPr lang="en-US" altLang="ko-KR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)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sz="18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2" name="Google Shape;129;p4">
            <a:extLst>
              <a:ext uri="{FF2B5EF4-FFF2-40B4-BE49-F238E27FC236}">
                <a16:creationId xmlns:a16="http://schemas.microsoft.com/office/drawing/2014/main" id="{37884163-26B3-4072-9A9C-9B89AA14FED0}"/>
              </a:ext>
            </a:extLst>
          </p:cNvPr>
          <p:cNvSpPr/>
          <p:nvPr/>
        </p:nvSpPr>
        <p:spPr>
          <a:xfrm>
            <a:off x="8834153" y="3780309"/>
            <a:ext cx="611659" cy="7378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 </a:t>
            </a:r>
            <a:r>
              <a:rPr lang="en-US" altLang="ko-KR" sz="11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S</a:t>
            </a:r>
            <a:endParaRPr sz="11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DEA7A52-D7D3-4B9B-817E-79E3C44AFCB5}"/>
              </a:ext>
            </a:extLst>
          </p:cNvPr>
          <p:cNvSpPr txBox="1"/>
          <p:nvPr/>
        </p:nvSpPr>
        <p:spPr>
          <a:xfrm>
            <a:off x="9378705" y="2294140"/>
            <a:ext cx="196478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최종 보스</a:t>
            </a:r>
            <a:r>
              <a:rPr lang="en-US" altLang="ko-KR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3</a:t>
            </a:r>
            <a:r>
              <a:rPr lang="ko-KR" altLang="en-US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페이즈</a:t>
            </a:r>
            <a:endParaRPr lang="en-US" altLang="ko-KR" sz="14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4" name="Google Shape;158;p5">
            <a:extLst>
              <a:ext uri="{FF2B5EF4-FFF2-40B4-BE49-F238E27FC236}">
                <a16:creationId xmlns:a16="http://schemas.microsoft.com/office/drawing/2014/main" id="{594DF555-48BE-4AEF-84C6-323F4950CEE3}"/>
              </a:ext>
            </a:extLst>
          </p:cNvPr>
          <p:cNvSpPr/>
          <p:nvPr/>
        </p:nvSpPr>
        <p:spPr>
          <a:xfrm>
            <a:off x="8462424" y="2201577"/>
            <a:ext cx="3050308" cy="3743354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55" name="직선 화살표 연결선 54">
            <a:extLst>
              <a:ext uri="{FF2B5EF4-FFF2-40B4-BE49-F238E27FC236}">
                <a16:creationId xmlns:a16="http://schemas.microsoft.com/office/drawing/2014/main" id="{374883AA-E458-42D7-8AC5-DEAC1F800D0B}"/>
              </a:ext>
            </a:extLst>
          </p:cNvPr>
          <p:cNvCxnSpPr/>
          <p:nvPr/>
        </p:nvCxnSpPr>
        <p:spPr>
          <a:xfrm>
            <a:off x="7709637" y="4400152"/>
            <a:ext cx="6096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947B8334-C0B2-4F40-BCEE-8A4EFE7F980D}"/>
              </a:ext>
            </a:extLst>
          </p:cNvPr>
          <p:cNvSpPr txBox="1"/>
          <p:nvPr/>
        </p:nvSpPr>
        <p:spPr>
          <a:xfrm>
            <a:off x="7550796" y="3806030"/>
            <a:ext cx="9525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/>
              <a:t>페이즈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ko-KR" altLang="en-US" dirty="0"/>
              <a:t>전환 </a:t>
            </a:r>
            <a:r>
              <a:rPr lang="ko-KR" altLang="en-US" dirty="0" err="1"/>
              <a:t>기믹</a:t>
            </a:r>
            <a:endParaRPr lang="ko-KR" altLang="en-US" dirty="0"/>
          </a:p>
        </p:txBody>
      </p: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3FE4BDD9-D129-40D5-BB27-2B3009EA2E98}"/>
              </a:ext>
            </a:extLst>
          </p:cNvPr>
          <p:cNvCxnSpPr/>
          <p:nvPr/>
        </p:nvCxnSpPr>
        <p:spPr>
          <a:xfrm>
            <a:off x="3578473" y="4269110"/>
            <a:ext cx="6096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4B1751C6-B646-45E5-B3E1-618999A01D08}"/>
              </a:ext>
            </a:extLst>
          </p:cNvPr>
          <p:cNvSpPr txBox="1"/>
          <p:nvPr/>
        </p:nvSpPr>
        <p:spPr>
          <a:xfrm>
            <a:off x="3419632" y="3674988"/>
            <a:ext cx="9525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/>
              <a:t>페이즈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ko-KR" altLang="en-US" dirty="0"/>
              <a:t>전환 </a:t>
            </a:r>
            <a:r>
              <a:rPr lang="ko-KR" altLang="en-US" dirty="0" err="1"/>
              <a:t>기믹</a:t>
            </a:r>
            <a:endParaRPr lang="ko-KR" altLang="en-US" dirty="0"/>
          </a:p>
        </p:txBody>
      </p:sp>
      <p:sp>
        <p:nvSpPr>
          <p:cNvPr id="59" name="Google Shape;129;p4">
            <a:extLst>
              <a:ext uri="{FF2B5EF4-FFF2-40B4-BE49-F238E27FC236}">
                <a16:creationId xmlns:a16="http://schemas.microsoft.com/office/drawing/2014/main" id="{4DF459B6-22F6-4438-B3AA-E885CC568972}"/>
              </a:ext>
            </a:extLst>
          </p:cNvPr>
          <p:cNvSpPr/>
          <p:nvPr/>
        </p:nvSpPr>
        <p:spPr>
          <a:xfrm>
            <a:off x="9507166" y="3800420"/>
            <a:ext cx="611659" cy="7378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 </a:t>
            </a:r>
            <a:r>
              <a:rPr lang="en-US" alt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O</a:t>
            </a:r>
            <a:endParaRPr sz="11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9" name="Google Shape;129;p4">
            <a:extLst>
              <a:ext uri="{FF2B5EF4-FFF2-40B4-BE49-F238E27FC236}">
                <a16:creationId xmlns:a16="http://schemas.microsoft.com/office/drawing/2014/main" id="{7D13AAB0-5AD3-4271-8886-42E299B3915C}"/>
              </a:ext>
            </a:extLst>
          </p:cNvPr>
          <p:cNvSpPr/>
          <p:nvPr/>
        </p:nvSpPr>
        <p:spPr>
          <a:xfrm>
            <a:off x="1975384" y="3806253"/>
            <a:ext cx="611659" cy="7378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 </a:t>
            </a:r>
            <a:r>
              <a:rPr lang="en-US" alt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P</a:t>
            </a:r>
            <a:endParaRPr sz="11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35839704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ko-KR"/>
              <a:t>카드 드로우</a:t>
            </a:r>
            <a:endParaRPr/>
          </a:p>
        </p:txBody>
      </p:sp>
      <p:sp>
        <p:nvSpPr>
          <p:cNvPr id="166" name="Google Shape;166;p6"/>
          <p:cNvSpPr/>
          <p:nvPr/>
        </p:nvSpPr>
        <p:spPr>
          <a:xfrm>
            <a:off x="1106356" y="1773713"/>
            <a:ext cx="611659" cy="1025611"/>
          </a:xfrm>
          <a:prstGeom prst="ellipse">
            <a:avLst/>
          </a:prstGeom>
          <a:solidFill>
            <a:schemeClr val="accent6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4672260" y="1714803"/>
            <a:ext cx="611659" cy="1025611"/>
          </a:xfrm>
          <a:prstGeom prst="ellipse">
            <a:avLst/>
          </a:prstGeom>
          <a:solidFill>
            <a:schemeClr val="accent6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8285303" y="1705856"/>
            <a:ext cx="611659" cy="1025611"/>
          </a:xfrm>
          <a:prstGeom prst="ellipse">
            <a:avLst/>
          </a:prstGeom>
          <a:solidFill>
            <a:schemeClr val="accent6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10675925" y="3615904"/>
            <a:ext cx="914400" cy="106667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카드</a:t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덱</a:t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4" name="Google Shape;184;p6"/>
          <p:cNvSpPr txBox="1"/>
          <p:nvPr/>
        </p:nvSpPr>
        <p:spPr>
          <a:xfrm>
            <a:off x="984824" y="1404381"/>
            <a:ext cx="85472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아군 1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5" name="Google Shape;185;p6"/>
          <p:cNvSpPr txBox="1"/>
          <p:nvPr/>
        </p:nvSpPr>
        <p:spPr>
          <a:xfrm>
            <a:off x="4557345" y="1286187"/>
            <a:ext cx="85472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아군 2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6" name="Google Shape;186;p6"/>
          <p:cNvSpPr txBox="1"/>
          <p:nvPr/>
        </p:nvSpPr>
        <p:spPr>
          <a:xfrm>
            <a:off x="8219007" y="1277240"/>
            <a:ext cx="85472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아군 3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7" name="Google Shape;187;p6"/>
          <p:cNvSpPr txBox="1"/>
          <p:nvPr/>
        </p:nvSpPr>
        <p:spPr>
          <a:xfrm>
            <a:off x="287584" y="5499159"/>
            <a:ext cx="11609268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아군 캐릭터 1명이 스킬 </a:t>
            </a:r>
            <a:r>
              <a:rPr lang="en-US" altLang="ko-KR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r>
              <a:rPr lang="ko-KR" altLang="en-US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개를 각 </a:t>
            </a:r>
            <a:r>
              <a:rPr lang="en-US" altLang="ko-KR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6</a:t>
            </a:r>
            <a:r>
              <a:rPr lang="ko-KR" altLang="en-US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개씩 보유</a:t>
            </a:r>
            <a:r>
              <a:rPr lang="en-US" altLang="ko-KR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. </a:t>
            </a:r>
            <a:r>
              <a:rPr lang="ko-KR" altLang="en-US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파티에 있는 </a:t>
            </a:r>
            <a:r>
              <a:rPr lang="en-US" altLang="ko-KR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r>
              <a:rPr lang="ko-KR" altLang="en-US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명의 캐릭터가 보유 중인 스킬 총 </a:t>
            </a:r>
            <a:r>
              <a:rPr lang="en-US" altLang="ko-KR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18</a:t>
            </a:r>
            <a:r>
              <a:rPr lang="ko-KR" altLang="en-US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장으로 카드 </a:t>
            </a:r>
            <a:r>
              <a:rPr lang="ko-KR" altLang="en-US"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덱이</a:t>
            </a:r>
            <a:r>
              <a:rPr lang="ko-KR" altLang="en-US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이루어진다</a:t>
            </a:r>
            <a:r>
              <a:rPr lang="en-US" altLang="ko-KR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. </a:t>
            </a:r>
            <a:endParaRPr lang="ko-KR" altLang="en-US" sz="18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4" name="Google Shape;167;p6">
            <a:extLst>
              <a:ext uri="{FF2B5EF4-FFF2-40B4-BE49-F238E27FC236}">
                <a16:creationId xmlns:a16="http://schemas.microsoft.com/office/drawing/2014/main" id="{549FEB23-0210-44EE-95C2-79B6E5F01EA8}"/>
              </a:ext>
            </a:extLst>
          </p:cNvPr>
          <p:cNvSpPr/>
          <p:nvPr/>
        </p:nvSpPr>
        <p:spPr>
          <a:xfrm>
            <a:off x="901812" y="3290154"/>
            <a:ext cx="487538" cy="507322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 </a:t>
            </a:r>
            <a:r>
              <a:rPr lang="en-US" alt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A</a:t>
            </a:r>
            <a:endParaRPr sz="11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6" name="Google Shape;167;p6">
            <a:extLst>
              <a:ext uri="{FF2B5EF4-FFF2-40B4-BE49-F238E27FC236}">
                <a16:creationId xmlns:a16="http://schemas.microsoft.com/office/drawing/2014/main" id="{BE88820F-002B-49E2-B86C-D192CC28B1CF}"/>
              </a:ext>
            </a:extLst>
          </p:cNvPr>
          <p:cNvSpPr/>
          <p:nvPr/>
        </p:nvSpPr>
        <p:spPr>
          <a:xfrm>
            <a:off x="901812" y="3864428"/>
            <a:ext cx="487538" cy="507322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 </a:t>
            </a:r>
            <a:r>
              <a:rPr lang="en-US" alt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A</a:t>
            </a:r>
            <a:endParaRPr sz="11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7" name="Google Shape;167;p6">
            <a:extLst>
              <a:ext uri="{FF2B5EF4-FFF2-40B4-BE49-F238E27FC236}">
                <a16:creationId xmlns:a16="http://schemas.microsoft.com/office/drawing/2014/main" id="{36EC3D75-A4A0-4DB0-8123-CECB99CFCA34}"/>
              </a:ext>
            </a:extLst>
          </p:cNvPr>
          <p:cNvSpPr/>
          <p:nvPr/>
        </p:nvSpPr>
        <p:spPr>
          <a:xfrm>
            <a:off x="901812" y="4421115"/>
            <a:ext cx="487538" cy="507322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 </a:t>
            </a:r>
            <a:r>
              <a:rPr lang="en-US" alt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A</a:t>
            </a:r>
            <a:endParaRPr sz="11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" name="더하기 기호 2">
            <a:extLst>
              <a:ext uri="{FF2B5EF4-FFF2-40B4-BE49-F238E27FC236}">
                <a16:creationId xmlns:a16="http://schemas.microsoft.com/office/drawing/2014/main" id="{451EA56E-9567-4E84-A482-0DA10E111499}"/>
              </a:ext>
            </a:extLst>
          </p:cNvPr>
          <p:cNvSpPr/>
          <p:nvPr/>
        </p:nvSpPr>
        <p:spPr>
          <a:xfrm>
            <a:off x="2717074" y="3615904"/>
            <a:ext cx="702727" cy="666522"/>
          </a:xfrm>
          <a:prstGeom prst="mathPl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6" name="더하기 기호 75">
            <a:extLst>
              <a:ext uri="{FF2B5EF4-FFF2-40B4-BE49-F238E27FC236}">
                <a16:creationId xmlns:a16="http://schemas.microsoft.com/office/drawing/2014/main" id="{D18EE2FB-5491-4F99-9D00-8EBC608D7D7C}"/>
              </a:ext>
            </a:extLst>
          </p:cNvPr>
          <p:cNvSpPr/>
          <p:nvPr/>
        </p:nvSpPr>
        <p:spPr>
          <a:xfrm>
            <a:off x="6537587" y="3556993"/>
            <a:ext cx="702727" cy="666522"/>
          </a:xfrm>
          <a:prstGeom prst="mathPl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C8F6838-F402-4B8E-A046-4292A21D56A3}"/>
              </a:ext>
            </a:extLst>
          </p:cNvPr>
          <p:cNvSpPr/>
          <p:nvPr/>
        </p:nvSpPr>
        <p:spPr>
          <a:xfrm>
            <a:off x="9562011" y="3775104"/>
            <a:ext cx="558639" cy="887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B69AC803-66BD-4897-87CD-686716F00F46}"/>
              </a:ext>
            </a:extLst>
          </p:cNvPr>
          <p:cNvSpPr/>
          <p:nvPr/>
        </p:nvSpPr>
        <p:spPr>
          <a:xfrm>
            <a:off x="9560329" y="3991711"/>
            <a:ext cx="558639" cy="887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Google Shape;167;p6">
            <a:extLst>
              <a:ext uri="{FF2B5EF4-FFF2-40B4-BE49-F238E27FC236}">
                <a16:creationId xmlns:a16="http://schemas.microsoft.com/office/drawing/2014/main" id="{BFB9BD6C-331D-4485-B51B-D2AE5C906F78}"/>
              </a:ext>
            </a:extLst>
          </p:cNvPr>
          <p:cNvSpPr/>
          <p:nvPr/>
        </p:nvSpPr>
        <p:spPr>
          <a:xfrm>
            <a:off x="1478496" y="3285602"/>
            <a:ext cx="487538" cy="507322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 </a:t>
            </a:r>
            <a:r>
              <a:rPr lang="en-US" alt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A</a:t>
            </a:r>
            <a:endParaRPr sz="11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4" name="Google Shape;167;p6">
            <a:extLst>
              <a:ext uri="{FF2B5EF4-FFF2-40B4-BE49-F238E27FC236}">
                <a16:creationId xmlns:a16="http://schemas.microsoft.com/office/drawing/2014/main" id="{CA13EAFC-3553-4728-8398-BD87359794CA}"/>
              </a:ext>
            </a:extLst>
          </p:cNvPr>
          <p:cNvSpPr/>
          <p:nvPr/>
        </p:nvSpPr>
        <p:spPr>
          <a:xfrm>
            <a:off x="1478496" y="3859876"/>
            <a:ext cx="487538" cy="507322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 </a:t>
            </a:r>
            <a:r>
              <a:rPr lang="en-US" alt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A</a:t>
            </a:r>
            <a:endParaRPr sz="11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5" name="Google Shape;167;p6">
            <a:extLst>
              <a:ext uri="{FF2B5EF4-FFF2-40B4-BE49-F238E27FC236}">
                <a16:creationId xmlns:a16="http://schemas.microsoft.com/office/drawing/2014/main" id="{9B1DC06D-6745-4488-9B01-2B5DCF53625E}"/>
              </a:ext>
            </a:extLst>
          </p:cNvPr>
          <p:cNvSpPr/>
          <p:nvPr/>
        </p:nvSpPr>
        <p:spPr>
          <a:xfrm>
            <a:off x="1478496" y="4416563"/>
            <a:ext cx="487538" cy="507322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 </a:t>
            </a:r>
            <a:r>
              <a:rPr lang="en-US" alt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A</a:t>
            </a:r>
            <a:endParaRPr sz="11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6" name="Google Shape;167;p6">
            <a:extLst>
              <a:ext uri="{FF2B5EF4-FFF2-40B4-BE49-F238E27FC236}">
                <a16:creationId xmlns:a16="http://schemas.microsoft.com/office/drawing/2014/main" id="{A075CC99-94D8-4CA1-9C25-2CFC306FA363}"/>
              </a:ext>
            </a:extLst>
          </p:cNvPr>
          <p:cNvSpPr/>
          <p:nvPr/>
        </p:nvSpPr>
        <p:spPr>
          <a:xfrm>
            <a:off x="7932251" y="3259006"/>
            <a:ext cx="487538" cy="507322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 </a:t>
            </a:r>
            <a:r>
              <a:rPr lang="en-US" alt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C</a:t>
            </a:r>
            <a:endParaRPr sz="11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7" name="Google Shape;167;p6">
            <a:extLst>
              <a:ext uri="{FF2B5EF4-FFF2-40B4-BE49-F238E27FC236}">
                <a16:creationId xmlns:a16="http://schemas.microsoft.com/office/drawing/2014/main" id="{F52D1576-3770-4A36-BE9A-F7DED2F26601}"/>
              </a:ext>
            </a:extLst>
          </p:cNvPr>
          <p:cNvSpPr/>
          <p:nvPr/>
        </p:nvSpPr>
        <p:spPr>
          <a:xfrm>
            <a:off x="7932251" y="3833280"/>
            <a:ext cx="487538" cy="507322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 </a:t>
            </a:r>
            <a:r>
              <a:rPr lang="en-US" alt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C</a:t>
            </a:r>
            <a:endParaRPr sz="11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8" name="Google Shape;167;p6">
            <a:extLst>
              <a:ext uri="{FF2B5EF4-FFF2-40B4-BE49-F238E27FC236}">
                <a16:creationId xmlns:a16="http://schemas.microsoft.com/office/drawing/2014/main" id="{7632F5AF-B26C-4AC7-A8B1-B0BF009DD646}"/>
              </a:ext>
            </a:extLst>
          </p:cNvPr>
          <p:cNvSpPr/>
          <p:nvPr/>
        </p:nvSpPr>
        <p:spPr>
          <a:xfrm>
            <a:off x="7932251" y="4389967"/>
            <a:ext cx="487538" cy="507322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 </a:t>
            </a:r>
            <a:r>
              <a:rPr lang="en-US" alt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C</a:t>
            </a:r>
            <a:endParaRPr sz="11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9" name="Google Shape;177;p6">
            <a:extLst>
              <a:ext uri="{FF2B5EF4-FFF2-40B4-BE49-F238E27FC236}">
                <a16:creationId xmlns:a16="http://schemas.microsoft.com/office/drawing/2014/main" id="{FC7A546A-C08A-41FF-8748-468FA6295FE6}"/>
              </a:ext>
            </a:extLst>
          </p:cNvPr>
          <p:cNvSpPr/>
          <p:nvPr/>
        </p:nvSpPr>
        <p:spPr>
          <a:xfrm>
            <a:off x="4557346" y="3280237"/>
            <a:ext cx="487538" cy="507322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 </a:t>
            </a:r>
            <a:r>
              <a:rPr lang="en-US" alt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B</a:t>
            </a:r>
            <a:endParaRPr sz="11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0" name="Google Shape;177;p6">
            <a:extLst>
              <a:ext uri="{FF2B5EF4-FFF2-40B4-BE49-F238E27FC236}">
                <a16:creationId xmlns:a16="http://schemas.microsoft.com/office/drawing/2014/main" id="{6B667E39-C989-4D28-B91A-28164BEF286D}"/>
              </a:ext>
            </a:extLst>
          </p:cNvPr>
          <p:cNvSpPr/>
          <p:nvPr/>
        </p:nvSpPr>
        <p:spPr>
          <a:xfrm>
            <a:off x="4557346" y="3840715"/>
            <a:ext cx="487538" cy="507322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 </a:t>
            </a:r>
            <a:r>
              <a:rPr lang="en-US" alt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B</a:t>
            </a:r>
            <a:endParaRPr sz="11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1" name="Google Shape;177;p6">
            <a:extLst>
              <a:ext uri="{FF2B5EF4-FFF2-40B4-BE49-F238E27FC236}">
                <a16:creationId xmlns:a16="http://schemas.microsoft.com/office/drawing/2014/main" id="{3862AD3F-0E9D-452F-A489-B4D15AC4244D}"/>
              </a:ext>
            </a:extLst>
          </p:cNvPr>
          <p:cNvSpPr/>
          <p:nvPr/>
        </p:nvSpPr>
        <p:spPr>
          <a:xfrm>
            <a:off x="4557345" y="4397402"/>
            <a:ext cx="487538" cy="507322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 </a:t>
            </a:r>
            <a:r>
              <a:rPr lang="en-US" alt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B</a:t>
            </a:r>
            <a:endParaRPr sz="11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2" name="Google Shape;177;p6">
            <a:extLst>
              <a:ext uri="{FF2B5EF4-FFF2-40B4-BE49-F238E27FC236}">
                <a16:creationId xmlns:a16="http://schemas.microsoft.com/office/drawing/2014/main" id="{7B84D6E4-498E-4B2E-B4C3-B4FD5760F7D4}"/>
              </a:ext>
            </a:extLst>
          </p:cNvPr>
          <p:cNvSpPr/>
          <p:nvPr/>
        </p:nvSpPr>
        <p:spPr>
          <a:xfrm>
            <a:off x="5189104" y="3280237"/>
            <a:ext cx="487538" cy="507322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 </a:t>
            </a:r>
            <a:r>
              <a:rPr lang="en-US" alt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B</a:t>
            </a:r>
            <a:endParaRPr sz="11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3" name="Google Shape;177;p6">
            <a:extLst>
              <a:ext uri="{FF2B5EF4-FFF2-40B4-BE49-F238E27FC236}">
                <a16:creationId xmlns:a16="http://schemas.microsoft.com/office/drawing/2014/main" id="{86A7B2F9-9070-4340-A81B-D9D5A87EC5BA}"/>
              </a:ext>
            </a:extLst>
          </p:cNvPr>
          <p:cNvSpPr/>
          <p:nvPr/>
        </p:nvSpPr>
        <p:spPr>
          <a:xfrm>
            <a:off x="5189104" y="3840715"/>
            <a:ext cx="487538" cy="507322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 </a:t>
            </a:r>
            <a:r>
              <a:rPr lang="en-US" alt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B</a:t>
            </a:r>
            <a:endParaRPr sz="11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4" name="Google Shape;177;p6">
            <a:extLst>
              <a:ext uri="{FF2B5EF4-FFF2-40B4-BE49-F238E27FC236}">
                <a16:creationId xmlns:a16="http://schemas.microsoft.com/office/drawing/2014/main" id="{C4244D4E-DC25-49E4-A5F3-AD9EEFB08A94}"/>
              </a:ext>
            </a:extLst>
          </p:cNvPr>
          <p:cNvSpPr/>
          <p:nvPr/>
        </p:nvSpPr>
        <p:spPr>
          <a:xfrm>
            <a:off x="5189103" y="4397402"/>
            <a:ext cx="487538" cy="507322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 </a:t>
            </a:r>
            <a:r>
              <a:rPr lang="en-US" alt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B</a:t>
            </a:r>
            <a:endParaRPr sz="11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5" name="Google Shape;167;p6">
            <a:extLst>
              <a:ext uri="{FF2B5EF4-FFF2-40B4-BE49-F238E27FC236}">
                <a16:creationId xmlns:a16="http://schemas.microsoft.com/office/drawing/2014/main" id="{B24DF293-EBB8-4FB6-89C2-8375E5DAF4A4}"/>
              </a:ext>
            </a:extLst>
          </p:cNvPr>
          <p:cNvSpPr/>
          <p:nvPr/>
        </p:nvSpPr>
        <p:spPr>
          <a:xfrm>
            <a:off x="8515834" y="3264371"/>
            <a:ext cx="487538" cy="507322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 </a:t>
            </a:r>
            <a:r>
              <a:rPr lang="en-US" alt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C</a:t>
            </a:r>
            <a:endParaRPr sz="11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6" name="Google Shape;167;p6">
            <a:extLst>
              <a:ext uri="{FF2B5EF4-FFF2-40B4-BE49-F238E27FC236}">
                <a16:creationId xmlns:a16="http://schemas.microsoft.com/office/drawing/2014/main" id="{266634E8-1471-48E5-B99B-16FE8DA3E218}"/>
              </a:ext>
            </a:extLst>
          </p:cNvPr>
          <p:cNvSpPr/>
          <p:nvPr/>
        </p:nvSpPr>
        <p:spPr>
          <a:xfrm>
            <a:off x="8515834" y="3838645"/>
            <a:ext cx="487538" cy="507322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 </a:t>
            </a:r>
            <a:r>
              <a:rPr lang="en-US" alt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C</a:t>
            </a:r>
            <a:endParaRPr sz="11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7" name="Google Shape;167;p6">
            <a:extLst>
              <a:ext uri="{FF2B5EF4-FFF2-40B4-BE49-F238E27FC236}">
                <a16:creationId xmlns:a16="http://schemas.microsoft.com/office/drawing/2014/main" id="{D9DC7C35-B4D0-499B-8EEA-8509C95B8866}"/>
              </a:ext>
            </a:extLst>
          </p:cNvPr>
          <p:cNvSpPr/>
          <p:nvPr/>
        </p:nvSpPr>
        <p:spPr>
          <a:xfrm>
            <a:off x="8515834" y="4395332"/>
            <a:ext cx="487538" cy="507322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 </a:t>
            </a:r>
            <a:r>
              <a:rPr lang="en-US" alt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C</a:t>
            </a:r>
            <a:endParaRPr sz="11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7"/>
          <p:cNvSpPr txBox="1"/>
          <p:nvPr/>
        </p:nvSpPr>
        <p:spPr>
          <a:xfrm>
            <a:off x="990600" y="5175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ko-KR" sz="4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카드 드로우</a:t>
            </a:r>
            <a:endParaRPr sz="4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4" name="Google Shape;194;p7"/>
          <p:cNvSpPr txBox="1"/>
          <p:nvPr/>
        </p:nvSpPr>
        <p:spPr>
          <a:xfrm>
            <a:off x="589684" y="5688200"/>
            <a:ext cx="9794669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플레이어 턴이 시작되면 18장 중 6장을 </a:t>
            </a:r>
            <a:r>
              <a:rPr lang="ko-KR" altLang="en-US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균등확률로</a:t>
            </a:r>
            <a:r>
              <a:rPr lang="ko-KR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뽑는다. </a:t>
            </a:r>
            <a:endParaRPr lang="en-US" altLang="ko-KR" sz="1100" dirty="0">
              <a:ea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각 스킬 카드는 </a:t>
            </a:r>
            <a:r>
              <a:rPr lang="ko-KR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드래그 앤 드랍 방식으로 전투 화면에 올</a:t>
            </a:r>
            <a:r>
              <a:rPr lang="ko-KR" altLang="en-US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려</a:t>
            </a:r>
            <a:r>
              <a:rPr lang="ko-KR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altLang="en-US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</a:t>
            </a:r>
            <a:r>
              <a:rPr lang="en-US" altLang="ko-KR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, </a:t>
            </a:r>
            <a:r>
              <a:rPr lang="ko-KR" altLang="en-US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역 방향을 결정한 뒤 </a:t>
            </a:r>
            <a:r>
              <a:rPr lang="ko-KR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사용할 수 있다.</a:t>
            </a:r>
            <a:endParaRPr lang="en-US" altLang="ko-KR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역방향으로 카드를 돌릴 때 코스트를 소모한다</a:t>
            </a:r>
            <a:r>
              <a:rPr lang="en-US" altLang="ko-KR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. </a:t>
            </a:r>
            <a:r>
              <a:rPr lang="ko-KR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endParaRPr sz="11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 카드를 사용하면 캐릭터 모션을 출력하고 즉각적으로 효과가 발동한다</a:t>
            </a:r>
            <a:r>
              <a:rPr lang="en-US" altLang="ko-KR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. </a:t>
            </a:r>
            <a:endParaRPr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5" name="Google Shape;195;p7"/>
          <p:cNvSpPr/>
          <p:nvPr/>
        </p:nvSpPr>
        <p:spPr>
          <a:xfrm>
            <a:off x="2934357" y="4689260"/>
            <a:ext cx="611659" cy="7378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 A</a:t>
            </a:r>
            <a:endParaRPr sz="11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6" name="Google Shape;196;p7"/>
          <p:cNvSpPr/>
          <p:nvPr/>
        </p:nvSpPr>
        <p:spPr>
          <a:xfrm>
            <a:off x="6831013" y="4689260"/>
            <a:ext cx="611659" cy="7378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</a:t>
            </a:r>
            <a:r>
              <a:rPr lang="en-US" alt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 A</a:t>
            </a:r>
            <a:endParaRPr sz="11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7" name="Google Shape;197;p7"/>
          <p:cNvSpPr/>
          <p:nvPr/>
        </p:nvSpPr>
        <p:spPr>
          <a:xfrm>
            <a:off x="5856849" y="4689260"/>
            <a:ext cx="611659" cy="7378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 </a:t>
            </a:r>
            <a:r>
              <a:rPr lang="ko-KR" sz="1100" dirty="0" err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B</a:t>
            </a:r>
            <a:endParaRPr sz="11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8" name="Google Shape;198;p7"/>
          <p:cNvSpPr/>
          <p:nvPr/>
        </p:nvSpPr>
        <p:spPr>
          <a:xfrm>
            <a:off x="4882685" y="4689261"/>
            <a:ext cx="611659" cy="7378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 B</a:t>
            </a:r>
            <a:endParaRPr sz="11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3908521" y="4689260"/>
            <a:ext cx="611659" cy="7378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 A</a:t>
            </a:r>
            <a:endParaRPr sz="11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1" name="Google Shape;201;p7"/>
          <p:cNvSpPr/>
          <p:nvPr/>
        </p:nvSpPr>
        <p:spPr>
          <a:xfrm>
            <a:off x="7805177" y="4689260"/>
            <a:ext cx="611659" cy="7378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 C</a:t>
            </a:r>
            <a:endParaRPr sz="11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" name="Google Shape;103;p3">
            <a:extLst>
              <a:ext uri="{FF2B5EF4-FFF2-40B4-BE49-F238E27FC236}">
                <a16:creationId xmlns:a16="http://schemas.microsoft.com/office/drawing/2014/main" id="{4F3B6D17-D5E6-4178-8FDF-46B854B12ED0}"/>
              </a:ext>
            </a:extLst>
          </p:cNvPr>
          <p:cNvSpPr/>
          <p:nvPr/>
        </p:nvSpPr>
        <p:spPr>
          <a:xfrm>
            <a:off x="2009003" y="1789543"/>
            <a:ext cx="8173994" cy="3931636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" name="Google Shape;104;p3">
            <a:extLst>
              <a:ext uri="{FF2B5EF4-FFF2-40B4-BE49-F238E27FC236}">
                <a16:creationId xmlns:a16="http://schemas.microsoft.com/office/drawing/2014/main" id="{11C172D0-8576-4E31-BED7-CB307544081C}"/>
              </a:ext>
            </a:extLst>
          </p:cNvPr>
          <p:cNvSpPr/>
          <p:nvPr/>
        </p:nvSpPr>
        <p:spPr>
          <a:xfrm>
            <a:off x="8243760" y="2903836"/>
            <a:ext cx="611659" cy="1025611"/>
          </a:xfrm>
          <a:prstGeom prst="ellipse">
            <a:avLst/>
          </a:prstGeom>
          <a:solidFill>
            <a:srgbClr val="C55A1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" name="Google Shape;105;p3">
            <a:extLst>
              <a:ext uri="{FF2B5EF4-FFF2-40B4-BE49-F238E27FC236}">
                <a16:creationId xmlns:a16="http://schemas.microsoft.com/office/drawing/2014/main" id="{FA8FE410-A97F-4E4F-8568-2FF68D61FCAE}"/>
              </a:ext>
            </a:extLst>
          </p:cNvPr>
          <p:cNvSpPr/>
          <p:nvPr/>
        </p:nvSpPr>
        <p:spPr>
          <a:xfrm>
            <a:off x="7433878" y="2903836"/>
            <a:ext cx="611659" cy="1025611"/>
          </a:xfrm>
          <a:prstGeom prst="ellipse">
            <a:avLst/>
          </a:prstGeom>
          <a:solidFill>
            <a:srgbClr val="C55A1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" name="Google Shape;106;p3">
            <a:extLst>
              <a:ext uri="{FF2B5EF4-FFF2-40B4-BE49-F238E27FC236}">
                <a16:creationId xmlns:a16="http://schemas.microsoft.com/office/drawing/2014/main" id="{C58F26CE-E506-43CF-BFA8-C7CCC877F9E9}"/>
              </a:ext>
            </a:extLst>
          </p:cNvPr>
          <p:cNvSpPr/>
          <p:nvPr/>
        </p:nvSpPr>
        <p:spPr>
          <a:xfrm>
            <a:off x="9053642" y="2903836"/>
            <a:ext cx="611659" cy="1025611"/>
          </a:xfrm>
          <a:prstGeom prst="ellipse">
            <a:avLst/>
          </a:prstGeom>
          <a:solidFill>
            <a:srgbClr val="C55A1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" name="Google Shape;107;p3">
            <a:extLst>
              <a:ext uri="{FF2B5EF4-FFF2-40B4-BE49-F238E27FC236}">
                <a16:creationId xmlns:a16="http://schemas.microsoft.com/office/drawing/2014/main" id="{B645FE35-CA95-412D-B6B9-52BD17D68C28}"/>
              </a:ext>
            </a:extLst>
          </p:cNvPr>
          <p:cNvSpPr/>
          <p:nvPr/>
        </p:nvSpPr>
        <p:spPr>
          <a:xfrm>
            <a:off x="3516400" y="2903836"/>
            <a:ext cx="611659" cy="1025611"/>
          </a:xfrm>
          <a:prstGeom prst="ellipse">
            <a:avLst/>
          </a:prstGeom>
          <a:solidFill>
            <a:schemeClr val="accent6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" name="Google Shape;108;p3">
            <a:extLst>
              <a:ext uri="{FF2B5EF4-FFF2-40B4-BE49-F238E27FC236}">
                <a16:creationId xmlns:a16="http://schemas.microsoft.com/office/drawing/2014/main" id="{B584D42F-B241-427F-8C10-29D9EA3E1A8E}"/>
              </a:ext>
            </a:extLst>
          </p:cNvPr>
          <p:cNvSpPr/>
          <p:nvPr/>
        </p:nvSpPr>
        <p:spPr>
          <a:xfrm>
            <a:off x="2706518" y="2903836"/>
            <a:ext cx="611659" cy="1025611"/>
          </a:xfrm>
          <a:prstGeom prst="ellipse">
            <a:avLst/>
          </a:prstGeom>
          <a:solidFill>
            <a:schemeClr val="accent6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" name="Google Shape;109;p3">
            <a:extLst>
              <a:ext uri="{FF2B5EF4-FFF2-40B4-BE49-F238E27FC236}">
                <a16:creationId xmlns:a16="http://schemas.microsoft.com/office/drawing/2014/main" id="{D97BEB42-613B-4F97-9F6E-888183060517}"/>
              </a:ext>
            </a:extLst>
          </p:cNvPr>
          <p:cNvSpPr/>
          <p:nvPr/>
        </p:nvSpPr>
        <p:spPr>
          <a:xfrm>
            <a:off x="4326282" y="2903836"/>
            <a:ext cx="611659" cy="1025611"/>
          </a:xfrm>
          <a:prstGeom prst="ellipse">
            <a:avLst/>
          </a:prstGeom>
          <a:solidFill>
            <a:schemeClr val="accent6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" name="Google Shape;110;p3">
            <a:extLst>
              <a:ext uri="{FF2B5EF4-FFF2-40B4-BE49-F238E27FC236}">
                <a16:creationId xmlns:a16="http://schemas.microsoft.com/office/drawing/2014/main" id="{425918F6-2F38-4A9F-A4AC-490F10EB5656}"/>
              </a:ext>
            </a:extLst>
          </p:cNvPr>
          <p:cNvSpPr/>
          <p:nvPr/>
        </p:nvSpPr>
        <p:spPr>
          <a:xfrm>
            <a:off x="2009003" y="4361935"/>
            <a:ext cx="8173994" cy="1359244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" name="Google Shape;111;p3">
            <a:extLst>
              <a:ext uri="{FF2B5EF4-FFF2-40B4-BE49-F238E27FC236}">
                <a16:creationId xmlns:a16="http://schemas.microsoft.com/office/drawing/2014/main" id="{DF26CE16-C31F-4BD2-83BF-7BB33BB55DF0}"/>
              </a:ext>
            </a:extLst>
          </p:cNvPr>
          <p:cNvSpPr/>
          <p:nvPr/>
        </p:nvSpPr>
        <p:spPr>
          <a:xfrm>
            <a:off x="8973063" y="4487686"/>
            <a:ext cx="914400" cy="106667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카드</a:t>
            </a: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덱</a:t>
            </a: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1" name="Google Shape;112;p3">
            <a:extLst>
              <a:ext uri="{FF2B5EF4-FFF2-40B4-BE49-F238E27FC236}">
                <a16:creationId xmlns:a16="http://schemas.microsoft.com/office/drawing/2014/main" id="{5CE2486F-5DB3-4D3E-B541-3C337318CC72}"/>
              </a:ext>
            </a:extLst>
          </p:cNvPr>
          <p:cNvSpPr txBox="1"/>
          <p:nvPr/>
        </p:nvSpPr>
        <p:spPr>
          <a:xfrm>
            <a:off x="3481728" y="2410253"/>
            <a:ext cx="6463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아군</a:t>
            </a:r>
            <a:endParaRPr/>
          </a:p>
        </p:txBody>
      </p:sp>
      <p:sp>
        <p:nvSpPr>
          <p:cNvPr id="22" name="Google Shape;113;p3">
            <a:extLst>
              <a:ext uri="{FF2B5EF4-FFF2-40B4-BE49-F238E27FC236}">
                <a16:creationId xmlns:a16="http://schemas.microsoft.com/office/drawing/2014/main" id="{0FCEEF8A-CFB7-4FA3-BC6E-39F8CE6F6913}"/>
              </a:ext>
            </a:extLst>
          </p:cNvPr>
          <p:cNvSpPr txBox="1"/>
          <p:nvPr/>
        </p:nvSpPr>
        <p:spPr>
          <a:xfrm>
            <a:off x="8111007" y="2399264"/>
            <a:ext cx="87716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몬스터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3" name="Google Shape;114;p3">
            <a:extLst>
              <a:ext uri="{FF2B5EF4-FFF2-40B4-BE49-F238E27FC236}">
                <a16:creationId xmlns:a16="http://schemas.microsoft.com/office/drawing/2014/main" id="{E063271E-6E5F-47D7-8366-ACBC76AD7DF9}"/>
              </a:ext>
            </a:extLst>
          </p:cNvPr>
          <p:cNvSpPr/>
          <p:nvPr/>
        </p:nvSpPr>
        <p:spPr>
          <a:xfrm>
            <a:off x="2009003" y="1789543"/>
            <a:ext cx="631224" cy="1359244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턴 표시</a:t>
            </a:r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8DB167D-D762-465D-8B6B-8450C2825250}"/>
              </a:ext>
            </a:extLst>
          </p:cNvPr>
          <p:cNvSpPr txBox="1"/>
          <p:nvPr/>
        </p:nvSpPr>
        <p:spPr>
          <a:xfrm>
            <a:off x="8863915" y="1775570"/>
            <a:ext cx="13612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전투 화면 예시</a:t>
            </a:r>
          </a:p>
        </p:txBody>
      </p:sp>
      <p:cxnSp>
        <p:nvCxnSpPr>
          <p:cNvPr id="3" name="연결선: 구부러짐 2">
            <a:extLst>
              <a:ext uri="{FF2B5EF4-FFF2-40B4-BE49-F238E27FC236}">
                <a16:creationId xmlns:a16="http://schemas.microsoft.com/office/drawing/2014/main" id="{6934B69D-2FF9-4F6D-9533-A837E7C871C6}"/>
              </a:ext>
            </a:extLst>
          </p:cNvPr>
          <p:cNvCxnSpPr>
            <a:cxnSpLocks/>
            <a:stCxn id="198" idx="3"/>
          </p:cNvCxnSpPr>
          <p:nvPr/>
        </p:nvCxnSpPr>
        <p:spPr>
          <a:xfrm flipV="1">
            <a:off x="5494344" y="4009770"/>
            <a:ext cx="246379" cy="1048404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Google Shape;198;p7">
            <a:extLst>
              <a:ext uri="{FF2B5EF4-FFF2-40B4-BE49-F238E27FC236}">
                <a16:creationId xmlns:a16="http://schemas.microsoft.com/office/drawing/2014/main" id="{8326FC20-9144-4D87-92B6-953A05DA468D}"/>
              </a:ext>
            </a:extLst>
          </p:cNvPr>
          <p:cNvSpPr/>
          <p:nvPr/>
        </p:nvSpPr>
        <p:spPr>
          <a:xfrm>
            <a:off x="5247965" y="3356268"/>
            <a:ext cx="492758" cy="544794"/>
          </a:xfrm>
          <a:prstGeom prst="rect">
            <a:avLst/>
          </a:prstGeom>
          <a:solidFill>
            <a:srgbClr val="4472C4"/>
          </a:solidFill>
          <a:ln w="6350" cap="flat" cmpd="sng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</a:t>
            </a:r>
            <a:r>
              <a:rPr lang="en-US" alt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B</a:t>
            </a:r>
            <a:endParaRPr sz="11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" name="Google Shape;198;p7">
            <a:extLst>
              <a:ext uri="{FF2B5EF4-FFF2-40B4-BE49-F238E27FC236}">
                <a16:creationId xmlns:a16="http://schemas.microsoft.com/office/drawing/2014/main" id="{BAD94929-12BF-4BB2-9A27-47F305D07963}"/>
              </a:ext>
            </a:extLst>
          </p:cNvPr>
          <p:cNvSpPr/>
          <p:nvPr/>
        </p:nvSpPr>
        <p:spPr>
          <a:xfrm rot="10800000">
            <a:off x="5848163" y="3356268"/>
            <a:ext cx="492758" cy="544794"/>
          </a:xfrm>
          <a:prstGeom prst="rect">
            <a:avLst/>
          </a:prstGeom>
          <a:solidFill>
            <a:srgbClr val="4472C4"/>
          </a:solidFill>
          <a:ln w="6350" cap="flat" cmpd="sng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 </a:t>
            </a:r>
            <a:r>
              <a:rPr lang="en-US" alt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B</a:t>
            </a:r>
            <a:endParaRPr sz="11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ko-KR" dirty="0"/>
              <a:t>시너지</a:t>
            </a:r>
            <a:endParaRPr dirty="0"/>
          </a:p>
        </p:txBody>
      </p:sp>
      <p:sp>
        <p:nvSpPr>
          <p:cNvPr id="3" name="더하기 기호 2">
            <a:extLst>
              <a:ext uri="{FF2B5EF4-FFF2-40B4-BE49-F238E27FC236}">
                <a16:creationId xmlns:a16="http://schemas.microsoft.com/office/drawing/2014/main" id="{E8F121F3-3887-409F-8A9C-E4FD69CA2022}"/>
              </a:ext>
            </a:extLst>
          </p:cNvPr>
          <p:cNvSpPr/>
          <p:nvPr/>
        </p:nvSpPr>
        <p:spPr>
          <a:xfrm>
            <a:off x="2372393" y="2412712"/>
            <a:ext cx="481913" cy="494270"/>
          </a:xfrm>
          <a:prstGeom prst="mathPl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Google Shape;334;p15">
            <a:extLst>
              <a:ext uri="{FF2B5EF4-FFF2-40B4-BE49-F238E27FC236}">
                <a16:creationId xmlns:a16="http://schemas.microsoft.com/office/drawing/2014/main" id="{ED1C68CE-5792-4250-9376-C1CE6FF273A9}"/>
              </a:ext>
            </a:extLst>
          </p:cNvPr>
          <p:cNvSpPr/>
          <p:nvPr/>
        </p:nvSpPr>
        <p:spPr>
          <a:xfrm>
            <a:off x="1487415" y="1776925"/>
            <a:ext cx="2207622" cy="3859110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" name="Google Shape;194;p7">
            <a:extLst>
              <a:ext uri="{FF2B5EF4-FFF2-40B4-BE49-F238E27FC236}">
                <a16:creationId xmlns:a16="http://schemas.microsoft.com/office/drawing/2014/main" id="{F2274472-682C-4491-AA7A-B384B3B39169}"/>
              </a:ext>
            </a:extLst>
          </p:cNvPr>
          <p:cNvSpPr txBox="1"/>
          <p:nvPr/>
        </p:nvSpPr>
        <p:spPr>
          <a:xfrm>
            <a:off x="744528" y="5636035"/>
            <a:ext cx="9794669" cy="73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시너지는 앞서 발동된 카드의 종류와 그 다음으로 올리는 카드의 종류 조합에 따라 발동된다</a:t>
            </a:r>
            <a:r>
              <a:rPr lang="en-US" altLang="ko-KR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. </a:t>
            </a:r>
            <a:endParaRPr lang="ko-KR" altLang="en-US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정방향</a:t>
            </a:r>
            <a:r>
              <a:rPr lang="ko-KR" altLang="en-US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세트</a:t>
            </a:r>
            <a:r>
              <a:rPr lang="en-US" altLang="ko-KR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, </a:t>
            </a:r>
            <a:r>
              <a:rPr lang="ko-KR" altLang="en-US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역방향 세트</a:t>
            </a:r>
            <a:r>
              <a:rPr lang="en-US" altLang="ko-KR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, </a:t>
            </a:r>
            <a:r>
              <a:rPr lang="ko-KR" altLang="en-US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같은 스킬 다른 방향 세트 </a:t>
            </a:r>
            <a:r>
              <a:rPr lang="en-US" altLang="ko-KR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r>
              <a:rPr lang="ko-KR" altLang="en-US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가지로 나뉜다</a:t>
            </a:r>
            <a:r>
              <a:rPr lang="en-US" altLang="ko-KR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. </a:t>
            </a:r>
            <a:endParaRPr lang="ko-KR" altLang="en-US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0F3C02-DFE3-4EC3-9505-905E5BD559BB}"/>
              </a:ext>
            </a:extLst>
          </p:cNvPr>
          <p:cNvSpPr txBox="1"/>
          <p:nvPr/>
        </p:nvSpPr>
        <p:spPr>
          <a:xfrm>
            <a:off x="1842946" y="1462412"/>
            <a:ext cx="15408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/>
              <a:t>정방향</a:t>
            </a:r>
            <a:r>
              <a:rPr lang="ko-KR" altLang="en-US" dirty="0"/>
              <a:t> 세트 예시</a:t>
            </a:r>
          </a:p>
        </p:txBody>
      </p:sp>
      <p:sp>
        <p:nvSpPr>
          <p:cNvPr id="33" name="더하기 기호 32">
            <a:extLst>
              <a:ext uri="{FF2B5EF4-FFF2-40B4-BE49-F238E27FC236}">
                <a16:creationId xmlns:a16="http://schemas.microsoft.com/office/drawing/2014/main" id="{55D9B3FF-2204-4C84-A678-3351B2619A94}"/>
              </a:ext>
            </a:extLst>
          </p:cNvPr>
          <p:cNvSpPr/>
          <p:nvPr/>
        </p:nvSpPr>
        <p:spPr>
          <a:xfrm>
            <a:off x="2372393" y="3327500"/>
            <a:ext cx="481913" cy="494270"/>
          </a:xfrm>
          <a:prstGeom prst="mathPl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더하기 기호 35">
            <a:extLst>
              <a:ext uri="{FF2B5EF4-FFF2-40B4-BE49-F238E27FC236}">
                <a16:creationId xmlns:a16="http://schemas.microsoft.com/office/drawing/2014/main" id="{AC3EB801-B61C-49C6-A7EE-14E1B2DE84F0}"/>
              </a:ext>
            </a:extLst>
          </p:cNvPr>
          <p:cNvSpPr/>
          <p:nvPr/>
        </p:nvSpPr>
        <p:spPr>
          <a:xfrm>
            <a:off x="2372393" y="4242288"/>
            <a:ext cx="481913" cy="494270"/>
          </a:xfrm>
          <a:prstGeom prst="mathPl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01B84C17-73C9-49B8-AA99-10698287934B}"/>
              </a:ext>
            </a:extLst>
          </p:cNvPr>
          <p:cNvSpPr/>
          <p:nvPr/>
        </p:nvSpPr>
        <p:spPr>
          <a:xfrm>
            <a:off x="2582597" y="5012020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B8219236-3283-4934-96BB-256D99C7EF53}"/>
              </a:ext>
            </a:extLst>
          </p:cNvPr>
          <p:cNvSpPr/>
          <p:nvPr/>
        </p:nvSpPr>
        <p:spPr>
          <a:xfrm>
            <a:off x="2582597" y="5257303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D08CCADA-0B08-4CD1-86DA-BEE765D5040E}"/>
              </a:ext>
            </a:extLst>
          </p:cNvPr>
          <p:cNvSpPr/>
          <p:nvPr/>
        </p:nvSpPr>
        <p:spPr>
          <a:xfrm>
            <a:off x="2582597" y="5502585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2997B26-F903-4185-9422-68F87C0A8174}"/>
              </a:ext>
            </a:extLst>
          </p:cNvPr>
          <p:cNvSpPr txBox="1"/>
          <p:nvPr/>
        </p:nvSpPr>
        <p:spPr>
          <a:xfrm>
            <a:off x="5562450" y="1443066"/>
            <a:ext cx="15408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역방향 세트 예시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1F43A65-16B5-4C93-B76C-B793651444EF}"/>
              </a:ext>
            </a:extLst>
          </p:cNvPr>
          <p:cNvSpPr txBox="1"/>
          <p:nvPr/>
        </p:nvSpPr>
        <p:spPr>
          <a:xfrm>
            <a:off x="8813929" y="1439281"/>
            <a:ext cx="25875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같은 스킬 다른 방향 세트 예시</a:t>
            </a:r>
          </a:p>
        </p:txBody>
      </p:sp>
      <p:sp>
        <p:nvSpPr>
          <p:cNvPr id="70" name="Google Shape;334;p15">
            <a:extLst>
              <a:ext uri="{FF2B5EF4-FFF2-40B4-BE49-F238E27FC236}">
                <a16:creationId xmlns:a16="http://schemas.microsoft.com/office/drawing/2014/main" id="{19FAC110-7660-4195-A471-C8B033401D8A}"/>
              </a:ext>
            </a:extLst>
          </p:cNvPr>
          <p:cNvSpPr/>
          <p:nvPr/>
        </p:nvSpPr>
        <p:spPr>
          <a:xfrm>
            <a:off x="5270163" y="1776925"/>
            <a:ext cx="2207622" cy="3859110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7" name="타원 76">
            <a:extLst>
              <a:ext uri="{FF2B5EF4-FFF2-40B4-BE49-F238E27FC236}">
                <a16:creationId xmlns:a16="http://schemas.microsoft.com/office/drawing/2014/main" id="{0BF3DD02-12F4-4178-8425-2561AD85E52B}"/>
              </a:ext>
            </a:extLst>
          </p:cNvPr>
          <p:cNvSpPr/>
          <p:nvPr/>
        </p:nvSpPr>
        <p:spPr>
          <a:xfrm>
            <a:off x="6362203" y="4975079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8" name="타원 77">
            <a:extLst>
              <a:ext uri="{FF2B5EF4-FFF2-40B4-BE49-F238E27FC236}">
                <a16:creationId xmlns:a16="http://schemas.microsoft.com/office/drawing/2014/main" id="{18B38C2A-68ED-48A7-983D-910C48A81215}"/>
              </a:ext>
            </a:extLst>
          </p:cNvPr>
          <p:cNvSpPr/>
          <p:nvPr/>
        </p:nvSpPr>
        <p:spPr>
          <a:xfrm>
            <a:off x="6362203" y="5220362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타원 78">
            <a:extLst>
              <a:ext uri="{FF2B5EF4-FFF2-40B4-BE49-F238E27FC236}">
                <a16:creationId xmlns:a16="http://schemas.microsoft.com/office/drawing/2014/main" id="{CB54FCAA-EB72-4B9D-9A85-DBBA5B2F65B1}"/>
              </a:ext>
            </a:extLst>
          </p:cNvPr>
          <p:cNvSpPr/>
          <p:nvPr/>
        </p:nvSpPr>
        <p:spPr>
          <a:xfrm>
            <a:off x="6362203" y="5465644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0" name="Google Shape;334;p15">
            <a:extLst>
              <a:ext uri="{FF2B5EF4-FFF2-40B4-BE49-F238E27FC236}">
                <a16:creationId xmlns:a16="http://schemas.microsoft.com/office/drawing/2014/main" id="{238B3FA3-79E5-4AB7-876A-0D0D839B5D3A}"/>
              </a:ext>
            </a:extLst>
          </p:cNvPr>
          <p:cNvSpPr/>
          <p:nvPr/>
        </p:nvSpPr>
        <p:spPr>
          <a:xfrm>
            <a:off x="8921037" y="1776925"/>
            <a:ext cx="2207622" cy="3859110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7" name="타원 106">
            <a:extLst>
              <a:ext uri="{FF2B5EF4-FFF2-40B4-BE49-F238E27FC236}">
                <a16:creationId xmlns:a16="http://schemas.microsoft.com/office/drawing/2014/main" id="{FDC58D83-D082-4969-B05D-BAE82365D0FA}"/>
              </a:ext>
            </a:extLst>
          </p:cNvPr>
          <p:cNvSpPr/>
          <p:nvPr/>
        </p:nvSpPr>
        <p:spPr>
          <a:xfrm>
            <a:off x="9950822" y="4924289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8" name="타원 107">
            <a:extLst>
              <a:ext uri="{FF2B5EF4-FFF2-40B4-BE49-F238E27FC236}">
                <a16:creationId xmlns:a16="http://schemas.microsoft.com/office/drawing/2014/main" id="{73973308-0BE4-48EA-9F4D-4344B7A41D33}"/>
              </a:ext>
            </a:extLst>
          </p:cNvPr>
          <p:cNvSpPr/>
          <p:nvPr/>
        </p:nvSpPr>
        <p:spPr>
          <a:xfrm>
            <a:off x="9950822" y="5169572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9" name="타원 108">
            <a:extLst>
              <a:ext uri="{FF2B5EF4-FFF2-40B4-BE49-F238E27FC236}">
                <a16:creationId xmlns:a16="http://schemas.microsoft.com/office/drawing/2014/main" id="{150C59AD-B221-40B5-ACD8-74BE5EF2AD96}"/>
              </a:ext>
            </a:extLst>
          </p:cNvPr>
          <p:cNvSpPr/>
          <p:nvPr/>
        </p:nvSpPr>
        <p:spPr>
          <a:xfrm>
            <a:off x="9950822" y="5414854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Google Shape;167;p6">
            <a:extLst>
              <a:ext uri="{FF2B5EF4-FFF2-40B4-BE49-F238E27FC236}">
                <a16:creationId xmlns:a16="http://schemas.microsoft.com/office/drawing/2014/main" id="{A0A6A2FD-026A-48DD-AF1E-E3CCE7A695B5}"/>
              </a:ext>
            </a:extLst>
          </p:cNvPr>
          <p:cNvSpPr/>
          <p:nvPr/>
        </p:nvSpPr>
        <p:spPr>
          <a:xfrm>
            <a:off x="1725247" y="2389286"/>
            <a:ext cx="487538" cy="507322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 </a:t>
            </a:r>
            <a:r>
              <a:rPr lang="en-US" alt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A</a:t>
            </a:r>
            <a:endParaRPr sz="11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9" name="Google Shape;167;p6">
            <a:extLst>
              <a:ext uri="{FF2B5EF4-FFF2-40B4-BE49-F238E27FC236}">
                <a16:creationId xmlns:a16="http://schemas.microsoft.com/office/drawing/2014/main" id="{5B9D8CA9-4F9E-4553-9EBB-651BE1CC1F92}"/>
              </a:ext>
            </a:extLst>
          </p:cNvPr>
          <p:cNvSpPr/>
          <p:nvPr/>
        </p:nvSpPr>
        <p:spPr>
          <a:xfrm>
            <a:off x="3000026" y="2389286"/>
            <a:ext cx="487538" cy="507322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 </a:t>
            </a:r>
            <a:r>
              <a:rPr lang="en-US" alt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A</a:t>
            </a:r>
            <a:endParaRPr sz="11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4" name="Google Shape;167;p6">
            <a:extLst>
              <a:ext uri="{FF2B5EF4-FFF2-40B4-BE49-F238E27FC236}">
                <a16:creationId xmlns:a16="http://schemas.microsoft.com/office/drawing/2014/main" id="{48967049-C57D-4873-8A21-19A382993E44}"/>
              </a:ext>
            </a:extLst>
          </p:cNvPr>
          <p:cNvSpPr/>
          <p:nvPr/>
        </p:nvSpPr>
        <p:spPr>
          <a:xfrm>
            <a:off x="1725247" y="3342811"/>
            <a:ext cx="487538" cy="507322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 </a:t>
            </a:r>
            <a:r>
              <a:rPr lang="en-US" alt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B</a:t>
            </a:r>
            <a:endParaRPr sz="11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5" name="Google Shape;167;p6">
            <a:extLst>
              <a:ext uri="{FF2B5EF4-FFF2-40B4-BE49-F238E27FC236}">
                <a16:creationId xmlns:a16="http://schemas.microsoft.com/office/drawing/2014/main" id="{21821199-3181-4D9B-B8AE-6412BFA7A962}"/>
              </a:ext>
            </a:extLst>
          </p:cNvPr>
          <p:cNvSpPr/>
          <p:nvPr/>
        </p:nvSpPr>
        <p:spPr>
          <a:xfrm>
            <a:off x="3000026" y="3342811"/>
            <a:ext cx="487538" cy="507322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 </a:t>
            </a:r>
            <a:r>
              <a:rPr lang="en-US" alt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A</a:t>
            </a:r>
            <a:endParaRPr sz="11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6" name="Google Shape;167;p6">
            <a:extLst>
              <a:ext uri="{FF2B5EF4-FFF2-40B4-BE49-F238E27FC236}">
                <a16:creationId xmlns:a16="http://schemas.microsoft.com/office/drawing/2014/main" id="{294E87A1-398F-4539-BE17-78A91A67E1A2}"/>
              </a:ext>
            </a:extLst>
          </p:cNvPr>
          <p:cNvSpPr/>
          <p:nvPr/>
        </p:nvSpPr>
        <p:spPr>
          <a:xfrm>
            <a:off x="1725247" y="4227866"/>
            <a:ext cx="487538" cy="507322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 </a:t>
            </a:r>
            <a:r>
              <a:rPr lang="en-US" alt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C</a:t>
            </a:r>
            <a:endParaRPr sz="11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7" name="Google Shape;167;p6">
            <a:extLst>
              <a:ext uri="{FF2B5EF4-FFF2-40B4-BE49-F238E27FC236}">
                <a16:creationId xmlns:a16="http://schemas.microsoft.com/office/drawing/2014/main" id="{15229D2F-43FB-411A-9A99-F03E121A0A1F}"/>
              </a:ext>
            </a:extLst>
          </p:cNvPr>
          <p:cNvSpPr/>
          <p:nvPr/>
        </p:nvSpPr>
        <p:spPr>
          <a:xfrm>
            <a:off x="3000026" y="4227866"/>
            <a:ext cx="487538" cy="507322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 </a:t>
            </a:r>
            <a:r>
              <a:rPr lang="en-US" alt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B</a:t>
            </a:r>
            <a:endParaRPr sz="11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2" name="더하기 기호 91">
            <a:extLst>
              <a:ext uri="{FF2B5EF4-FFF2-40B4-BE49-F238E27FC236}">
                <a16:creationId xmlns:a16="http://schemas.microsoft.com/office/drawing/2014/main" id="{7C37BBE8-97DC-4D0A-BD6D-FE74E59AF8AC}"/>
              </a:ext>
            </a:extLst>
          </p:cNvPr>
          <p:cNvSpPr/>
          <p:nvPr/>
        </p:nvSpPr>
        <p:spPr>
          <a:xfrm>
            <a:off x="6137593" y="2412712"/>
            <a:ext cx="481913" cy="494270"/>
          </a:xfrm>
          <a:prstGeom prst="mathPl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3" name="더하기 기호 92">
            <a:extLst>
              <a:ext uri="{FF2B5EF4-FFF2-40B4-BE49-F238E27FC236}">
                <a16:creationId xmlns:a16="http://schemas.microsoft.com/office/drawing/2014/main" id="{50DB4388-0977-450F-88C9-49EA69E32027}"/>
              </a:ext>
            </a:extLst>
          </p:cNvPr>
          <p:cNvSpPr/>
          <p:nvPr/>
        </p:nvSpPr>
        <p:spPr>
          <a:xfrm>
            <a:off x="6137593" y="3327500"/>
            <a:ext cx="481913" cy="494270"/>
          </a:xfrm>
          <a:prstGeom prst="mathPl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4" name="더하기 기호 93">
            <a:extLst>
              <a:ext uri="{FF2B5EF4-FFF2-40B4-BE49-F238E27FC236}">
                <a16:creationId xmlns:a16="http://schemas.microsoft.com/office/drawing/2014/main" id="{CA4F9652-77BC-4B54-B492-52220D9FE478}"/>
              </a:ext>
            </a:extLst>
          </p:cNvPr>
          <p:cNvSpPr/>
          <p:nvPr/>
        </p:nvSpPr>
        <p:spPr>
          <a:xfrm>
            <a:off x="6137593" y="4242288"/>
            <a:ext cx="481913" cy="494270"/>
          </a:xfrm>
          <a:prstGeom prst="mathPl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5" name="Google Shape;167;p6">
            <a:extLst>
              <a:ext uri="{FF2B5EF4-FFF2-40B4-BE49-F238E27FC236}">
                <a16:creationId xmlns:a16="http://schemas.microsoft.com/office/drawing/2014/main" id="{A56DDA09-E829-4BD1-8DD8-5A5A26409487}"/>
              </a:ext>
            </a:extLst>
          </p:cNvPr>
          <p:cNvSpPr/>
          <p:nvPr/>
        </p:nvSpPr>
        <p:spPr>
          <a:xfrm rot="10800000">
            <a:off x="5490447" y="2389286"/>
            <a:ext cx="487538" cy="507322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 </a:t>
            </a:r>
            <a:r>
              <a:rPr lang="en-US" alt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A</a:t>
            </a:r>
            <a:endParaRPr sz="11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6" name="Google Shape;167;p6">
            <a:extLst>
              <a:ext uri="{FF2B5EF4-FFF2-40B4-BE49-F238E27FC236}">
                <a16:creationId xmlns:a16="http://schemas.microsoft.com/office/drawing/2014/main" id="{220716C8-C2B4-4EE6-99DD-FFE7D9352662}"/>
              </a:ext>
            </a:extLst>
          </p:cNvPr>
          <p:cNvSpPr/>
          <p:nvPr/>
        </p:nvSpPr>
        <p:spPr>
          <a:xfrm rot="10800000">
            <a:off x="6765226" y="2389286"/>
            <a:ext cx="487538" cy="507322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</a:t>
            </a:r>
            <a:r>
              <a:rPr lang="en-US" alt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B</a:t>
            </a:r>
            <a:endParaRPr sz="11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0" name="Google Shape;167;p6">
            <a:extLst>
              <a:ext uri="{FF2B5EF4-FFF2-40B4-BE49-F238E27FC236}">
                <a16:creationId xmlns:a16="http://schemas.microsoft.com/office/drawing/2014/main" id="{95CC0CF1-F895-452B-B0C5-70542E8A52FF}"/>
              </a:ext>
            </a:extLst>
          </p:cNvPr>
          <p:cNvSpPr/>
          <p:nvPr/>
        </p:nvSpPr>
        <p:spPr>
          <a:xfrm rot="10800000">
            <a:off x="5490447" y="3342811"/>
            <a:ext cx="487538" cy="507322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</a:t>
            </a:r>
            <a:r>
              <a:rPr lang="en-US" alt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B</a:t>
            </a:r>
            <a:endParaRPr sz="11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1" name="Google Shape;167;p6">
            <a:extLst>
              <a:ext uri="{FF2B5EF4-FFF2-40B4-BE49-F238E27FC236}">
                <a16:creationId xmlns:a16="http://schemas.microsoft.com/office/drawing/2014/main" id="{B0208561-E592-4413-8318-E09F213EC344}"/>
              </a:ext>
            </a:extLst>
          </p:cNvPr>
          <p:cNvSpPr/>
          <p:nvPr/>
        </p:nvSpPr>
        <p:spPr>
          <a:xfrm rot="10800000">
            <a:off x="6765226" y="3342811"/>
            <a:ext cx="487538" cy="507322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 </a:t>
            </a:r>
            <a:r>
              <a:rPr lang="en-US" alt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A</a:t>
            </a:r>
            <a:endParaRPr sz="11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2" name="Google Shape;167;p6">
            <a:extLst>
              <a:ext uri="{FF2B5EF4-FFF2-40B4-BE49-F238E27FC236}">
                <a16:creationId xmlns:a16="http://schemas.microsoft.com/office/drawing/2014/main" id="{5DBCF016-3DDC-492E-BA9A-2A666F43C7DA}"/>
              </a:ext>
            </a:extLst>
          </p:cNvPr>
          <p:cNvSpPr/>
          <p:nvPr/>
        </p:nvSpPr>
        <p:spPr>
          <a:xfrm rot="10800000">
            <a:off x="5490447" y="4227866"/>
            <a:ext cx="487538" cy="507322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 </a:t>
            </a:r>
            <a:r>
              <a:rPr lang="en-US" alt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C</a:t>
            </a:r>
            <a:endParaRPr sz="11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3" name="Google Shape;167;p6">
            <a:extLst>
              <a:ext uri="{FF2B5EF4-FFF2-40B4-BE49-F238E27FC236}">
                <a16:creationId xmlns:a16="http://schemas.microsoft.com/office/drawing/2014/main" id="{3002629D-278B-43D6-A6D1-8F6DB8EA324C}"/>
              </a:ext>
            </a:extLst>
          </p:cNvPr>
          <p:cNvSpPr/>
          <p:nvPr/>
        </p:nvSpPr>
        <p:spPr>
          <a:xfrm rot="10800000">
            <a:off x="6765226" y="4227866"/>
            <a:ext cx="487538" cy="507322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 </a:t>
            </a:r>
            <a:r>
              <a:rPr lang="en-US" alt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A</a:t>
            </a:r>
            <a:endParaRPr sz="11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4" name="더하기 기호 113">
            <a:extLst>
              <a:ext uri="{FF2B5EF4-FFF2-40B4-BE49-F238E27FC236}">
                <a16:creationId xmlns:a16="http://schemas.microsoft.com/office/drawing/2014/main" id="{8D5CD12C-0094-4D6B-B690-44707E75A87D}"/>
              </a:ext>
            </a:extLst>
          </p:cNvPr>
          <p:cNvSpPr/>
          <p:nvPr/>
        </p:nvSpPr>
        <p:spPr>
          <a:xfrm>
            <a:off x="9783892" y="2412712"/>
            <a:ext cx="481913" cy="494270"/>
          </a:xfrm>
          <a:prstGeom prst="mathPl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5" name="더하기 기호 114">
            <a:extLst>
              <a:ext uri="{FF2B5EF4-FFF2-40B4-BE49-F238E27FC236}">
                <a16:creationId xmlns:a16="http://schemas.microsoft.com/office/drawing/2014/main" id="{C46198DF-7AAD-4D03-A4B6-3761528019AB}"/>
              </a:ext>
            </a:extLst>
          </p:cNvPr>
          <p:cNvSpPr/>
          <p:nvPr/>
        </p:nvSpPr>
        <p:spPr>
          <a:xfrm>
            <a:off x="9783892" y="3327500"/>
            <a:ext cx="481913" cy="494270"/>
          </a:xfrm>
          <a:prstGeom prst="mathPl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6" name="더하기 기호 115">
            <a:extLst>
              <a:ext uri="{FF2B5EF4-FFF2-40B4-BE49-F238E27FC236}">
                <a16:creationId xmlns:a16="http://schemas.microsoft.com/office/drawing/2014/main" id="{FB71AC53-9BF3-4061-9FE4-639B39A6844F}"/>
              </a:ext>
            </a:extLst>
          </p:cNvPr>
          <p:cNvSpPr/>
          <p:nvPr/>
        </p:nvSpPr>
        <p:spPr>
          <a:xfrm>
            <a:off x="9783892" y="4242288"/>
            <a:ext cx="481913" cy="494270"/>
          </a:xfrm>
          <a:prstGeom prst="mathPl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7" name="Google Shape;167;p6">
            <a:extLst>
              <a:ext uri="{FF2B5EF4-FFF2-40B4-BE49-F238E27FC236}">
                <a16:creationId xmlns:a16="http://schemas.microsoft.com/office/drawing/2014/main" id="{63A0FB2D-1729-4A2F-9D6D-F9DCF81F2817}"/>
              </a:ext>
            </a:extLst>
          </p:cNvPr>
          <p:cNvSpPr/>
          <p:nvPr/>
        </p:nvSpPr>
        <p:spPr>
          <a:xfrm>
            <a:off x="9136746" y="2389286"/>
            <a:ext cx="487538" cy="507322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 </a:t>
            </a:r>
            <a:r>
              <a:rPr lang="en-US" altLang="ko-KR" sz="11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A</a:t>
            </a:r>
            <a:endParaRPr sz="11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8" name="Google Shape;167;p6">
            <a:extLst>
              <a:ext uri="{FF2B5EF4-FFF2-40B4-BE49-F238E27FC236}">
                <a16:creationId xmlns:a16="http://schemas.microsoft.com/office/drawing/2014/main" id="{D771BDE1-307F-45C7-BC99-4AD8FD7412D8}"/>
              </a:ext>
            </a:extLst>
          </p:cNvPr>
          <p:cNvSpPr/>
          <p:nvPr/>
        </p:nvSpPr>
        <p:spPr>
          <a:xfrm rot="10800000">
            <a:off x="10411525" y="2389286"/>
            <a:ext cx="487538" cy="507322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 </a:t>
            </a:r>
            <a:r>
              <a:rPr lang="en-US" alt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A</a:t>
            </a:r>
            <a:endParaRPr sz="11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9" name="Google Shape;167;p6">
            <a:extLst>
              <a:ext uri="{FF2B5EF4-FFF2-40B4-BE49-F238E27FC236}">
                <a16:creationId xmlns:a16="http://schemas.microsoft.com/office/drawing/2014/main" id="{361CF145-B5CB-4DE8-BBE9-FCB9167F7A41}"/>
              </a:ext>
            </a:extLst>
          </p:cNvPr>
          <p:cNvSpPr/>
          <p:nvPr/>
        </p:nvSpPr>
        <p:spPr>
          <a:xfrm rot="10800000">
            <a:off x="9136746" y="3342811"/>
            <a:ext cx="487538" cy="507322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 </a:t>
            </a:r>
            <a:r>
              <a:rPr lang="en-US" alt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B</a:t>
            </a:r>
            <a:endParaRPr sz="11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0" name="Google Shape;167;p6">
            <a:extLst>
              <a:ext uri="{FF2B5EF4-FFF2-40B4-BE49-F238E27FC236}">
                <a16:creationId xmlns:a16="http://schemas.microsoft.com/office/drawing/2014/main" id="{BB4CE402-DD4A-4D92-BD6B-AD10F16B5E44}"/>
              </a:ext>
            </a:extLst>
          </p:cNvPr>
          <p:cNvSpPr/>
          <p:nvPr/>
        </p:nvSpPr>
        <p:spPr>
          <a:xfrm>
            <a:off x="10411525" y="3342811"/>
            <a:ext cx="487538" cy="507322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 </a:t>
            </a:r>
            <a:r>
              <a:rPr lang="en-US" alt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B</a:t>
            </a:r>
            <a:endParaRPr sz="11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1" name="Google Shape;167;p6">
            <a:extLst>
              <a:ext uri="{FF2B5EF4-FFF2-40B4-BE49-F238E27FC236}">
                <a16:creationId xmlns:a16="http://schemas.microsoft.com/office/drawing/2014/main" id="{4FB64245-36B3-4C7D-BDEE-AC6AF7B72505}"/>
              </a:ext>
            </a:extLst>
          </p:cNvPr>
          <p:cNvSpPr/>
          <p:nvPr/>
        </p:nvSpPr>
        <p:spPr>
          <a:xfrm rot="10800000">
            <a:off x="9136746" y="4227866"/>
            <a:ext cx="487538" cy="507322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 </a:t>
            </a:r>
            <a:r>
              <a:rPr lang="en-US" alt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C</a:t>
            </a:r>
            <a:endParaRPr sz="11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2" name="Google Shape;167;p6">
            <a:extLst>
              <a:ext uri="{FF2B5EF4-FFF2-40B4-BE49-F238E27FC236}">
                <a16:creationId xmlns:a16="http://schemas.microsoft.com/office/drawing/2014/main" id="{FC4B69DF-5AFA-48DD-AB87-2D426016CFAE}"/>
              </a:ext>
            </a:extLst>
          </p:cNvPr>
          <p:cNvSpPr/>
          <p:nvPr/>
        </p:nvSpPr>
        <p:spPr>
          <a:xfrm>
            <a:off x="10411525" y="4227866"/>
            <a:ext cx="487538" cy="507322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</a:t>
            </a:r>
            <a:r>
              <a:rPr lang="en-US" alt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C</a:t>
            </a:r>
            <a:endParaRPr sz="11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12810955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ko-KR" dirty="0"/>
              <a:t>시너지</a:t>
            </a:r>
            <a:endParaRPr dirty="0"/>
          </a:p>
        </p:txBody>
      </p:sp>
      <p:sp>
        <p:nvSpPr>
          <p:cNvPr id="33" name="Google Shape;195;p7">
            <a:extLst>
              <a:ext uri="{FF2B5EF4-FFF2-40B4-BE49-F238E27FC236}">
                <a16:creationId xmlns:a16="http://schemas.microsoft.com/office/drawing/2014/main" id="{8F3309D9-5E00-402F-90ED-B9BCD7707221}"/>
              </a:ext>
            </a:extLst>
          </p:cNvPr>
          <p:cNvSpPr/>
          <p:nvPr/>
        </p:nvSpPr>
        <p:spPr>
          <a:xfrm>
            <a:off x="2934357" y="4689260"/>
            <a:ext cx="611659" cy="7378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 A</a:t>
            </a:r>
            <a:endParaRPr sz="11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4" name="Google Shape;196;p7">
            <a:extLst>
              <a:ext uri="{FF2B5EF4-FFF2-40B4-BE49-F238E27FC236}">
                <a16:creationId xmlns:a16="http://schemas.microsoft.com/office/drawing/2014/main" id="{218490F4-B1AA-42C4-BF74-9A0C2FBCAC33}"/>
              </a:ext>
            </a:extLst>
          </p:cNvPr>
          <p:cNvSpPr/>
          <p:nvPr/>
        </p:nvSpPr>
        <p:spPr>
          <a:xfrm>
            <a:off x="6831013" y="4689260"/>
            <a:ext cx="611659" cy="7378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</a:t>
            </a:r>
            <a:r>
              <a:rPr lang="en-US" alt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 A</a:t>
            </a:r>
            <a:endParaRPr sz="11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5" name="Google Shape;197;p7">
            <a:extLst>
              <a:ext uri="{FF2B5EF4-FFF2-40B4-BE49-F238E27FC236}">
                <a16:creationId xmlns:a16="http://schemas.microsoft.com/office/drawing/2014/main" id="{78C91706-7DF6-4A62-B756-0460A7260E18}"/>
              </a:ext>
            </a:extLst>
          </p:cNvPr>
          <p:cNvSpPr/>
          <p:nvPr/>
        </p:nvSpPr>
        <p:spPr>
          <a:xfrm>
            <a:off x="5856849" y="4689260"/>
            <a:ext cx="611659" cy="737826"/>
          </a:xfrm>
          <a:prstGeom prst="rect">
            <a:avLst/>
          </a:prstGeom>
          <a:solidFill>
            <a:srgbClr val="4472C4"/>
          </a:solidFill>
          <a:ln w="6350" cap="flat" cmpd="sng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 </a:t>
            </a:r>
            <a:r>
              <a:rPr lang="ko-KR" sz="1100" dirty="0" err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B</a:t>
            </a:r>
            <a:endParaRPr sz="11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6" name="Google Shape;198;p7">
            <a:extLst>
              <a:ext uri="{FF2B5EF4-FFF2-40B4-BE49-F238E27FC236}">
                <a16:creationId xmlns:a16="http://schemas.microsoft.com/office/drawing/2014/main" id="{8E66BAEB-D98A-4485-8F45-5E8DCD4C2742}"/>
              </a:ext>
            </a:extLst>
          </p:cNvPr>
          <p:cNvSpPr/>
          <p:nvPr/>
        </p:nvSpPr>
        <p:spPr>
          <a:xfrm>
            <a:off x="4882685" y="4689261"/>
            <a:ext cx="611659" cy="737826"/>
          </a:xfrm>
          <a:prstGeom prst="rect">
            <a:avLst/>
          </a:prstGeom>
          <a:solidFill>
            <a:srgbClr val="4472C4"/>
          </a:solidFill>
          <a:ln w="6350" cap="flat" cmpd="sng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 </a:t>
            </a:r>
            <a:r>
              <a:rPr lang="en-US" alt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C</a:t>
            </a:r>
            <a:endParaRPr sz="11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7" name="Google Shape;199;p7">
            <a:extLst>
              <a:ext uri="{FF2B5EF4-FFF2-40B4-BE49-F238E27FC236}">
                <a16:creationId xmlns:a16="http://schemas.microsoft.com/office/drawing/2014/main" id="{709B48CC-0B1F-43C7-BA81-2C6BCC624DEF}"/>
              </a:ext>
            </a:extLst>
          </p:cNvPr>
          <p:cNvSpPr/>
          <p:nvPr/>
        </p:nvSpPr>
        <p:spPr>
          <a:xfrm>
            <a:off x="3908521" y="4689260"/>
            <a:ext cx="611659" cy="7378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 A</a:t>
            </a:r>
            <a:endParaRPr sz="11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8" name="Google Shape;201;p7">
            <a:extLst>
              <a:ext uri="{FF2B5EF4-FFF2-40B4-BE49-F238E27FC236}">
                <a16:creationId xmlns:a16="http://schemas.microsoft.com/office/drawing/2014/main" id="{4EA04B5D-AF77-4EE8-B28C-D686B41DAA6A}"/>
              </a:ext>
            </a:extLst>
          </p:cNvPr>
          <p:cNvSpPr/>
          <p:nvPr/>
        </p:nvSpPr>
        <p:spPr>
          <a:xfrm>
            <a:off x="7805177" y="4689260"/>
            <a:ext cx="611659" cy="7378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 C</a:t>
            </a:r>
            <a:endParaRPr sz="11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9" name="Google Shape;103;p3">
            <a:extLst>
              <a:ext uri="{FF2B5EF4-FFF2-40B4-BE49-F238E27FC236}">
                <a16:creationId xmlns:a16="http://schemas.microsoft.com/office/drawing/2014/main" id="{3B73DF32-E12C-4BDE-9C90-7A162646C49A}"/>
              </a:ext>
            </a:extLst>
          </p:cNvPr>
          <p:cNvSpPr/>
          <p:nvPr/>
        </p:nvSpPr>
        <p:spPr>
          <a:xfrm>
            <a:off x="2009003" y="1789543"/>
            <a:ext cx="8173994" cy="3931636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1" name="Google Shape;104;p3">
            <a:extLst>
              <a:ext uri="{FF2B5EF4-FFF2-40B4-BE49-F238E27FC236}">
                <a16:creationId xmlns:a16="http://schemas.microsoft.com/office/drawing/2014/main" id="{7F0F30A3-5205-468C-AF12-453C02D65DEB}"/>
              </a:ext>
            </a:extLst>
          </p:cNvPr>
          <p:cNvSpPr/>
          <p:nvPr/>
        </p:nvSpPr>
        <p:spPr>
          <a:xfrm>
            <a:off x="8243760" y="2903836"/>
            <a:ext cx="611659" cy="1025611"/>
          </a:xfrm>
          <a:prstGeom prst="ellipse">
            <a:avLst/>
          </a:prstGeom>
          <a:solidFill>
            <a:srgbClr val="C55A1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7" name="Google Shape;105;p3">
            <a:extLst>
              <a:ext uri="{FF2B5EF4-FFF2-40B4-BE49-F238E27FC236}">
                <a16:creationId xmlns:a16="http://schemas.microsoft.com/office/drawing/2014/main" id="{23EA1568-1811-4E0A-B4CA-D79351ABB96E}"/>
              </a:ext>
            </a:extLst>
          </p:cNvPr>
          <p:cNvSpPr/>
          <p:nvPr/>
        </p:nvSpPr>
        <p:spPr>
          <a:xfrm>
            <a:off x="7433878" y="2903836"/>
            <a:ext cx="611659" cy="1025611"/>
          </a:xfrm>
          <a:prstGeom prst="ellipse">
            <a:avLst/>
          </a:prstGeom>
          <a:solidFill>
            <a:srgbClr val="C55A1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8" name="Google Shape;106;p3">
            <a:extLst>
              <a:ext uri="{FF2B5EF4-FFF2-40B4-BE49-F238E27FC236}">
                <a16:creationId xmlns:a16="http://schemas.microsoft.com/office/drawing/2014/main" id="{53005E2B-6456-4D62-B2E4-696D2906723F}"/>
              </a:ext>
            </a:extLst>
          </p:cNvPr>
          <p:cNvSpPr/>
          <p:nvPr/>
        </p:nvSpPr>
        <p:spPr>
          <a:xfrm>
            <a:off x="9053642" y="2903836"/>
            <a:ext cx="611659" cy="1025611"/>
          </a:xfrm>
          <a:prstGeom prst="ellipse">
            <a:avLst/>
          </a:prstGeom>
          <a:solidFill>
            <a:srgbClr val="C55A1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9" name="Google Shape;107;p3">
            <a:extLst>
              <a:ext uri="{FF2B5EF4-FFF2-40B4-BE49-F238E27FC236}">
                <a16:creationId xmlns:a16="http://schemas.microsoft.com/office/drawing/2014/main" id="{6B428EEC-22FA-4A5D-8C31-C7ECBE816DB1}"/>
              </a:ext>
            </a:extLst>
          </p:cNvPr>
          <p:cNvSpPr/>
          <p:nvPr/>
        </p:nvSpPr>
        <p:spPr>
          <a:xfrm>
            <a:off x="3516400" y="2903836"/>
            <a:ext cx="611659" cy="1025611"/>
          </a:xfrm>
          <a:prstGeom prst="ellipse">
            <a:avLst/>
          </a:prstGeom>
          <a:solidFill>
            <a:schemeClr val="accent6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1" name="Google Shape;108;p3">
            <a:extLst>
              <a:ext uri="{FF2B5EF4-FFF2-40B4-BE49-F238E27FC236}">
                <a16:creationId xmlns:a16="http://schemas.microsoft.com/office/drawing/2014/main" id="{4FD87F33-197D-479E-91FA-EAAA3748F421}"/>
              </a:ext>
            </a:extLst>
          </p:cNvPr>
          <p:cNvSpPr/>
          <p:nvPr/>
        </p:nvSpPr>
        <p:spPr>
          <a:xfrm>
            <a:off x="2706518" y="2903836"/>
            <a:ext cx="611659" cy="1025611"/>
          </a:xfrm>
          <a:prstGeom prst="ellipse">
            <a:avLst/>
          </a:prstGeom>
          <a:solidFill>
            <a:schemeClr val="accent6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2" name="Google Shape;109;p3">
            <a:extLst>
              <a:ext uri="{FF2B5EF4-FFF2-40B4-BE49-F238E27FC236}">
                <a16:creationId xmlns:a16="http://schemas.microsoft.com/office/drawing/2014/main" id="{97E29AC1-CF2F-4689-982F-4AD3FC15A97F}"/>
              </a:ext>
            </a:extLst>
          </p:cNvPr>
          <p:cNvSpPr/>
          <p:nvPr/>
        </p:nvSpPr>
        <p:spPr>
          <a:xfrm>
            <a:off x="4326282" y="2903836"/>
            <a:ext cx="611659" cy="1025611"/>
          </a:xfrm>
          <a:prstGeom prst="ellipse">
            <a:avLst/>
          </a:prstGeom>
          <a:solidFill>
            <a:schemeClr val="accent6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3" name="Google Shape;110;p3">
            <a:extLst>
              <a:ext uri="{FF2B5EF4-FFF2-40B4-BE49-F238E27FC236}">
                <a16:creationId xmlns:a16="http://schemas.microsoft.com/office/drawing/2014/main" id="{51ED98B0-4A0B-4ECB-BE89-1C3A548CB4A9}"/>
              </a:ext>
            </a:extLst>
          </p:cNvPr>
          <p:cNvSpPr/>
          <p:nvPr/>
        </p:nvSpPr>
        <p:spPr>
          <a:xfrm>
            <a:off x="2009003" y="4361935"/>
            <a:ext cx="8173994" cy="1359244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4" name="Google Shape;111;p3">
            <a:extLst>
              <a:ext uri="{FF2B5EF4-FFF2-40B4-BE49-F238E27FC236}">
                <a16:creationId xmlns:a16="http://schemas.microsoft.com/office/drawing/2014/main" id="{DCB1CD05-D3E1-4EFE-87B7-8FA72DA3F961}"/>
              </a:ext>
            </a:extLst>
          </p:cNvPr>
          <p:cNvSpPr/>
          <p:nvPr/>
        </p:nvSpPr>
        <p:spPr>
          <a:xfrm>
            <a:off x="8973063" y="4487686"/>
            <a:ext cx="914400" cy="106667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카드</a:t>
            </a: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덱</a:t>
            </a: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5" name="Google Shape;112;p3">
            <a:extLst>
              <a:ext uri="{FF2B5EF4-FFF2-40B4-BE49-F238E27FC236}">
                <a16:creationId xmlns:a16="http://schemas.microsoft.com/office/drawing/2014/main" id="{59709A0E-58EF-418D-BA13-4A8F3D0A16DA}"/>
              </a:ext>
            </a:extLst>
          </p:cNvPr>
          <p:cNvSpPr txBox="1"/>
          <p:nvPr/>
        </p:nvSpPr>
        <p:spPr>
          <a:xfrm>
            <a:off x="3481728" y="2410253"/>
            <a:ext cx="6463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아군</a:t>
            </a:r>
            <a:endParaRPr/>
          </a:p>
        </p:txBody>
      </p:sp>
      <p:sp>
        <p:nvSpPr>
          <p:cNvPr id="56" name="Google Shape;113;p3">
            <a:extLst>
              <a:ext uri="{FF2B5EF4-FFF2-40B4-BE49-F238E27FC236}">
                <a16:creationId xmlns:a16="http://schemas.microsoft.com/office/drawing/2014/main" id="{E994530A-4DD9-4F3F-A485-61A93BBDF823}"/>
              </a:ext>
            </a:extLst>
          </p:cNvPr>
          <p:cNvSpPr txBox="1"/>
          <p:nvPr/>
        </p:nvSpPr>
        <p:spPr>
          <a:xfrm>
            <a:off x="8111007" y="2399264"/>
            <a:ext cx="87716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몬스터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592224F-1F08-41F6-980A-B9B781910CE3}"/>
              </a:ext>
            </a:extLst>
          </p:cNvPr>
          <p:cNvSpPr txBox="1"/>
          <p:nvPr/>
        </p:nvSpPr>
        <p:spPr>
          <a:xfrm>
            <a:off x="8863915" y="1775570"/>
            <a:ext cx="13612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전투 화면 예시</a:t>
            </a:r>
          </a:p>
        </p:txBody>
      </p:sp>
      <p:sp>
        <p:nvSpPr>
          <p:cNvPr id="60" name="Google Shape;194;p7">
            <a:extLst>
              <a:ext uri="{FF2B5EF4-FFF2-40B4-BE49-F238E27FC236}">
                <a16:creationId xmlns:a16="http://schemas.microsoft.com/office/drawing/2014/main" id="{8124D069-2D3F-4D8E-BCAC-F04C07261831}"/>
              </a:ext>
            </a:extLst>
          </p:cNvPr>
          <p:cNvSpPr txBox="1"/>
          <p:nvPr/>
        </p:nvSpPr>
        <p:spPr>
          <a:xfrm>
            <a:off x="744528" y="5769018"/>
            <a:ext cx="9794669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직전에 사용한 스킬과 시너지를 일으킬 수 있는 카드는 사용을 위해 드래그 했을 때 윤곽선이 반짝인다</a:t>
            </a:r>
            <a:r>
              <a:rPr lang="en-US" altLang="ko-KR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.</a:t>
            </a:r>
          </a:p>
        </p:txBody>
      </p:sp>
      <p:cxnSp>
        <p:nvCxnSpPr>
          <p:cNvPr id="65" name="연결선: 구부러짐 64">
            <a:extLst>
              <a:ext uri="{FF2B5EF4-FFF2-40B4-BE49-F238E27FC236}">
                <a16:creationId xmlns:a16="http://schemas.microsoft.com/office/drawing/2014/main" id="{CA57514A-AC9E-4FCF-ABBE-8972352F74A6}"/>
              </a:ext>
            </a:extLst>
          </p:cNvPr>
          <p:cNvCxnSpPr>
            <a:cxnSpLocks/>
          </p:cNvCxnSpPr>
          <p:nvPr/>
        </p:nvCxnSpPr>
        <p:spPr>
          <a:xfrm flipV="1">
            <a:off x="5468662" y="4035890"/>
            <a:ext cx="320316" cy="1005667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Google Shape;198;p7">
            <a:extLst>
              <a:ext uri="{FF2B5EF4-FFF2-40B4-BE49-F238E27FC236}">
                <a16:creationId xmlns:a16="http://schemas.microsoft.com/office/drawing/2014/main" id="{0DF0D3A1-E333-4F5C-A282-237F59617414}"/>
              </a:ext>
            </a:extLst>
          </p:cNvPr>
          <p:cNvSpPr/>
          <p:nvPr/>
        </p:nvSpPr>
        <p:spPr>
          <a:xfrm>
            <a:off x="5247965" y="3356268"/>
            <a:ext cx="492758" cy="544794"/>
          </a:xfrm>
          <a:prstGeom prst="rect">
            <a:avLst/>
          </a:prstGeom>
          <a:solidFill>
            <a:srgbClr val="4472C4"/>
          </a:solidFill>
          <a:ln w="6350" cap="flat" cmpd="sng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</a:t>
            </a:r>
            <a:r>
              <a:rPr lang="en-US" alt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C</a:t>
            </a:r>
            <a:endParaRPr sz="11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4" name="Google Shape;198;p7">
            <a:extLst>
              <a:ext uri="{FF2B5EF4-FFF2-40B4-BE49-F238E27FC236}">
                <a16:creationId xmlns:a16="http://schemas.microsoft.com/office/drawing/2014/main" id="{65A54D7C-751D-436E-BA6C-EA0DB012BAF8}"/>
              </a:ext>
            </a:extLst>
          </p:cNvPr>
          <p:cNvSpPr/>
          <p:nvPr/>
        </p:nvSpPr>
        <p:spPr>
          <a:xfrm rot="10800000">
            <a:off x="5848163" y="3356268"/>
            <a:ext cx="492758" cy="544794"/>
          </a:xfrm>
          <a:prstGeom prst="rect">
            <a:avLst/>
          </a:prstGeom>
          <a:solidFill>
            <a:srgbClr val="4472C4"/>
          </a:solidFill>
          <a:ln w="1905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 </a:t>
            </a:r>
            <a:r>
              <a:rPr lang="en-US" alt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C</a:t>
            </a:r>
            <a:endParaRPr sz="11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ko-KR" dirty="0"/>
              <a:t>시너지</a:t>
            </a:r>
            <a:endParaRPr dirty="0"/>
          </a:p>
        </p:txBody>
      </p:sp>
      <p:sp>
        <p:nvSpPr>
          <p:cNvPr id="75" name="Google Shape;103;p3">
            <a:extLst>
              <a:ext uri="{FF2B5EF4-FFF2-40B4-BE49-F238E27FC236}">
                <a16:creationId xmlns:a16="http://schemas.microsoft.com/office/drawing/2014/main" id="{2642022B-59A8-4D29-8F96-3C8DA51221EF}"/>
              </a:ext>
            </a:extLst>
          </p:cNvPr>
          <p:cNvSpPr/>
          <p:nvPr/>
        </p:nvSpPr>
        <p:spPr>
          <a:xfrm>
            <a:off x="336957" y="1907175"/>
            <a:ext cx="8173994" cy="3931636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6" name="Google Shape;104;p3">
            <a:extLst>
              <a:ext uri="{FF2B5EF4-FFF2-40B4-BE49-F238E27FC236}">
                <a16:creationId xmlns:a16="http://schemas.microsoft.com/office/drawing/2014/main" id="{7799EC05-F8CE-4944-9220-D05B9BCC0F2C}"/>
              </a:ext>
            </a:extLst>
          </p:cNvPr>
          <p:cNvSpPr/>
          <p:nvPr/>
        </p:nvSpPr>
        <p:spPr>
          <a:xfrm>
            <a:off x="6571714" y="3021468"/>
            <a:ext cx="611659" cy="1025611"/>
          </a:xfrm>
          <a:prstGeom prst="ellipse">
            <a:avLst/>
          </a:prstGeom>
          <a:solidFill>
            <a:srgbClr val="C55A1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7" name="Google Shape;105;p3">
            <a:extLst>
              <a:ext uri="{FF2B5EF4-FFF2-40B4-BE49-F238E27FC236}">
                <a16:creationId xmlns:a16="http://schemas.microsoft.com/office/drawing/2014/main" id="{D04B091C-242D-4235-98E4-BEDAFDE659A4}"/>
              </a:ext>
            </a:extLst>
          </p:cNvPr>
          <p:cNvSpPr/>
          <p:nvPr/>
        </p:nvSpPr>
        <p:spPr>
          <a:xfrm>
            <a:off x="5761832" y="3021468"/>
            <a:ext cx="611659" cy="1025611"/>
          </a:xfrm>
          <a:prstGeom prst="ellipse">
            <a:avLst/>
          </a:prstGeom>
          <a:solidFill>
            <a:srgbClr val="C55A1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8" name="Google Shape;106;p3">
            <a:extLst>
              <a:ext uri="{FF2B5EF4-FFF2-40B4-BE49-F238E27FC236}">
                <a16:creationId xmlns:a16="http://schemas.microsoft.com/office/drawing/2014/main" id="{F153BF33-E92F-4E6D-91F6-E330109FB2E4}"/>
              </a:ext>
            </a:extLst>
          </p:cNvPr>
          <p:cNvSpPr/>
          <p:nvPr/>
        </p:nvSpPr>
        <p:spPr>
          <a:xfrm>
            <a:off x="7381596" y="3021468"/>
            <a:ext cx="611659" cy="1025611"/>
          </a:xfrm>
          <a:prstGeom prst="ellipse">
            <a:avLst/>
          </a:prstGeom>
          <a:solidFill>
            <a:srgbClr val="C55A1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9" name="Google Shape;107;p3">
            <a:extLst>
              <a:ext uri="{FF2B5EF4-FFF2-40B4-BE49-F238E27FC236}">
                <a16:creationId xmlns:a16="http://schemas.microsoft.com/office/drawing/2014/main" id="{C1DBBDA2-45E5-4128-A141-A93059E2B29A}"/>
              </a:ext>
            </a:extLst>
          </p:cNvPr>
          <p:cNvSpPr/>
          <p:nvPr/>
        </p:nvSpPr>
        <p:spPr>
          <a:xfrm>
            <a:off x="1844354" y="3021468"/>
            <a:ext cx="611659" cy="1025611"/>
          </a:xfrm>
          <a:prstGeom prst="ellipse">
            <a:avLst/>
          </a:prstGeom>
          <a:solidFill>
            <a:schemeClr val="accent6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0" name="Google Shape;108;p3">
            <a:extLst>
              <a:ext uri="{FF2B5EF4-FFF2-40B4-BE49-F238E27FC236}">
                <a16:creationId xmlns:a16="http://schemas.microsoft.com/office/drawing/2014/main" id="{D18ACF47-163C-4076-A310-8AE39E91B9C3}"/>
              </a:ext>
            </a:extLst>
          </p:cNvPr>
          <p:cNvSpPr/>
          <p:nvPr/>
        </p:nvSpPr>
        <p:spPr>
          <a:xfrm>
            <a:off x="1034472" y="3021468"/>
            <a:ext cx="611659" cy="1025611"/>
          </a:xfrm>
          <a:prstGeom prst="ellipse">
            <a:avLst/>
          </a:prstGeom>
          <a:solidFill>
            <a:schemeClr val="accent6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1" name="Google Shape;109;p3">
            <a:extLst>
              <a:ext uri="{FF2B5EF4-FFF2-40B4-BE49-F238E27FC236}">
                <a16:creationId xmlns:a16="http://schemas.microsoft.com/office/drawing/2014/main" id="{5E32BA9D-DAC2-4558-8CF6-5DFE9E3D7A9A}"/>
              </a:ext>
            </a:extLst>
          </p:cNvPr>
          <p:cNvSpPr/>
          <p:nvPr/>
        </p:nvSpPr>
        <p:spPr>
          <a:xfrm>
            <a:off x="2654236" y="3021468"/>
            <a:ext cx="611659" cy="1025611"/>
          </a:xfrm>
          <a:prstGeom prst="ellipse">
            <a:avLst/>
          </a:prstGeom>
          <a:solidFill>
            <a:schemeClr val="accent6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2" name="Google Shape;110;p3">
            <a:extLst>
              <a:ext uri="{FF2B5EF4-FFF2-40B4-BE49-F238E27FC236}">
                <a16:creationId xmlns:a16="http://schemas.microsoft.com/office/drawing/2014/main" id="{E10C15AC-78AC-446C-ADA4-49BEBC5956E7}"/>
              </a:ext>
            </a:extLst>
          </p:cNvPr>
          <p:cNvSpPr/>
          <p:nvPr/>
        </p:nvSpPr>
        <p:spPr>
          <a:xfrm>
            <a:off x="336957" y="4479567"/>
            <a:ext cx="8173994" cy="1359244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3" name="Google Shape;111;p3">
            <a:extLst>
              <a:ext uri="{FF2B5EF4-FFF2-40B4-BE49-F238E27FC236}">
                <a16:creationId xmlns:a16="http://schemas.microsoft.com/office/drawing/2014/main" id="{5A0C4CF9-6E78-4F22-A017-2231C391720C}"/>
              </a:ext>
            </a:extLst>
          </p:cNvPr>
          <p:cNvSpPr/>
          <p:nvPr/>
        </p:nvSpPr>
        <p:spPr>
          <a:xfrm>
            <a:off x="7301017" y="4605318"/>
            <a:ext cx="914400" cy="106667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0" i="0" u="none" strike="noStrike" cap="none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카드</a:t>
            </a:r>
            <a:endParaRPr sz="1800" b="0" i="0" u="none" strike="noStrike" cap="none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0" i="0" u="none" strike="noStrike" cap="none" dirty="0" err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덱</a:t>
            </a:r>
            <a:endParaRPr sz="1800" b="0" i="0" u="none" strike="noStrike" cap="none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4" name="Google Shape;112;p3">
            <a:extLst>
              <a:ext uri="{FF2B5EF4-FFF2-40B4-BE49-F238E27FC236}">
                <a16:creationId xmlns:a16="http://schemas.microsoft.com/office/drawing/2014/main" id="{050F4F67-2E6B-40DA-A358-64941442B374}"/>
              </a:ext>
            </a:extLst>
          </p:cNvPr>
          <p:cNvSpPr txBox="1"/>
          <p:nvPr/>
        </p:nvSpPr>
        <p:spPr>
          <a:xfrm>
            <a:off x="1809682" y="2527885"/>
            <a:ext cx="6463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아군</a:t>
            </a:r>
            <a:endParaRPr/>
          </a:p>
        </p:txBody>
      </p:sp>
      <p:sp>
        <p:nvSpPr>
          <p:cNvPr id="85" name="Google Shape;113;p3">
            <a:extLst>
              <a:ext uri="{FF2B5EF4-FFF2-40B4-BE49-F238E27FC236}">
                <a16:creationId xmlns:a16="http://schemas.microsoft.com/office/drawing/2014/main" id="{8D88835C-FB73-49FF-986E-F92473CDDA71}"/>
              </a:ext>
            </a:extLst>
          </p:cNvPr>
          <p:cNvSpPr txBox="1"/>
          <p:nvPr/>
        </p:nvSpPr>
        <p:spPr>
          <a:xfrm>
            <a:off x="6438961" y="2516896"/>
            <a:ext cx="87716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몬스터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EE8508CE-D576-4298-83F7-65C55B833FB1}"/>
              </a:ext>
            </a:extLst>
          </p:cNvPr>
          <p:cNvSpPr txBox="1"/>
          <p:nvPr/>
        </p:nvSpPr>
        <p:spPr>
          <a:xfrm>
            <a:off x="7191869" y="1893202"/>
            <a:ext cx="13612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전투 화면 예시</a:t>
            </a:r>
          </a:p>
        </p:txBody>
      </p:sp>
      <p:sp>
        <p:nvSpPr>
          <p:cNvPr id="88" name="Google Shape;194;p7">
            <a:extLst>
              <a:ext uri="{FF2B5EF4-FFF2-40B4-BE49-F238E27FC236}">
                <a16:creationId xmlns:a16="http://schemas.microsoft.com/office/drawing/2014/main" id="{CF56B486-B214-41BE-95D0-21CA98F7BA67}"/>
              </a:ext>
            </a:extLst>
          </p:cNvPr>
          <p:cNvSpPr txBox="1"/>
          <p:nvPr/>
        </p:nvSpPr>
        <p:spPr>
          <a:xfrm>
            <a:off x="597009" y="5881129"/>
            <a:ext cx="9794669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시너지 효과는 시너지를 일으키는 카드 기준으로 적용된다</a:t>
            </a:r>
            <a:r>
              <a:rPr lang="en-US" altLang="ko-KR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. </a:t>
            </a:r>
          </a:p>
        </p:txBody>
      </p:sp>
      <p:cxnSp>
        <p:nvCxnSpPr>
          <p:cNvPr id="93" name="연결선: 구부러짐 92">
            <a:extLst>
              <a:ext uri="{FF2B5EF4-FFF2-40B4-BE49-F238E27FC236}">
                <a16:creationId xmlns:a16="http://schemas.microsoft.com/office/drawing/2014/main" id="{9146EBF5-56FF-435E-86D0-4B30EE1E9C87}"/>
              </a:ext>
            </a:extLst>
          </p:cNvPr>
          <p:cNvCxnSpPr>
            <a:cxnSpLocks/>
          </p:cNvCxnSpPr>
          <p:nvPr/>
        </p:nvCxnSpPr>
        <p:spPr>
          <a:xfrm flipV="1">
            <a:off x="3843392" y="4174420"/>
            <a:ext cx="320316" cy="1005667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Google Shape;198;p7">
            <a:extLst>
              <a:ext uri="{FF2B5EF4-FFF2-40B4-BE49-F238E27FC236}">
                <a16:creationId xmlns:a16="http://schemas.microsoft.com/office/drawing/2014/main" id="{8A6DFD79-3388-40A7-A346-816391A660AC}"/>
              </a:ext>
            </a:extLst>
          </p:cNvPr>
          <p:cNvSpPr/>
          <p:nvPr/>
        </p:nvSpPr>
        <p:spPr>
          <a:xfrm rot="10800000">
            <a:off x="9190886" y="2229968"/>
            <a:ext cx="611659" cy="737826"/>
          </a:xfrm>
          <a:prstGeom prst="rect">
            <a:avLst/>
          </a:prstGeom>
          <a:solidFill>
            <a:srgbClr val="4472C4"/>
          </a:solidFill>
          <a:ln w="12700" cap="flat" cmpd="sng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 </a:t>
            </a:r>
            <a:r>
              <a:rPr lang="en-US" alt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C</a:t>
            </a:r>
            <a:endParaRPr sz="11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8" name="Google Shape;198;p7">
            <a:extLst>
              <a:ext uri="{FF2B5EF4-FFF2-40B4-BE49-F238E27FC236}">
                <a16:creationId xmlns:a16="http://schemas.microsoft.com/office/drawing/2014/main" id="{B3CFC88D-BACF-4C63-B436-90E101C978A4}"/>
              </a:ext>
            </a:extLst>
          </p:cNvPr>
          <p:cNvSpPr/>
          <p:nvPr/>
        </p:nvSpPr>
        <p:spPr>
          <a:xfrm rot="10800000">
            <a:off x="10843576" y="2200979"/>
            <a:ext cx="611659" cy="737826"/>
          </a:xfrm>
          <a:prstGeom prst="rect">
            <a:avLst/>
          </a:prstGeom>
          <a:solidFill>
            <a:srgbClr val="4472C4"/>
          </a:solidFill>
          <a:ln w="12700" cap="flat" cmpd="sng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 </a:t>
            </a:r>
            <a:r>
              <a:rPr lang="en-US" alt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C</a:t>
            </a:r>
            <a:endParaRPr sz="11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EEC8C8-7EEC-4754-951B-390B3848AD34}"/>
              </a:ext>
            </a:extLst>
          </p:cNvPr>
          <p:cNvSpPr txBox="1"/>
          <p:nvPr/>
        </p:nvSpPr>
        <p:spPr>
          <a:xfrm>
            <a:off x="8950475" y="3010112"/>
            <a:ext cx="1181734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공격력의 </a:t>
            </a:r>
            <a:endParaRPr lang="en-US" altLang="ko-KR" dirty="0"/>
          </a:p>
          <a:p>
            <a:r>
              <a:rPr lang="en-US" altLang="ko-KR" dirty="0"/>
              <a:t>50% </a:t>
            </a:r>
            <a:r>
              <a:rPr lang="ko-KR" altLang="en-US" dirty="0"/>
              <a:t>만큼의 </a:t>
            </a:r>
            <a:endParaRPr lang="en-US" altLang="ko-KR" dirty="0"/>
          </a:p>
          <a:p>
            <a:r>
              <a:rPr lang="ko-KR" altLang="en-US" dirty="0"/>
              <a:t>전체 피해</a:t>
            </a:r>
          </a:p>
        </p:txBody>
      </p:sp>
      <p:sp>
        <p:nvSpPr>
          <p:cNvPr id="100" name="Google Shape;103;p3">
            <a:extLst>
              <a:ext uri="{FF2B5EF4-FFF2-40B4-BE49-F238E27FC236}">
                <a16:creationId xmlns:a16="http://schemas.microsoft.com/office/drawing/2014/main" id="{9E9B2131-CC8A-4CED-A94A-02717CB35EB6}"/>
              </a:ext>
            </a:extLst>
          </p:cNvPr>
          <p:cNvSpPr/>
          <p:nvPr/>
        </p:nvSpPr>
        <p:spPr>
          <a:xfrm>
            <a:off x="8751362" y="1907176"/>
            <a:ext cx="1423935" cy="1836510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1" name="Google Shape;103;p3">
            <a:extLst>
              <a:ext uri="{FF2B5EF4-FFF2-40B4-BE49-F238E27FC236}">
                <a16:creationId xmlns:a16="http://schemas.microsoft.com/office/drawing/2014/main" id="{61C9BCAB-AB71-4A3D-975C-D30842CD181F}"/>
              </a:ext>
            </a:extLst>
          </p:cNvPr>
          <p:cNvSpPr/>
          <p:nvPr/>
        </p:nvSpPr>
        <p:spPr>
          <a:xfrm>
            <a:off x="10472347" y="1893203"/>
            <a:ext cx="1423935" cy="1837292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2D7A5882-7D2E-46B8-9512-96FCD7D5CEEF}"/>
              </a:ext>
            </a:extLst>
          </p:cNvPr>
          <p:cNvSpPr txBox="1"/>
          <p:nvPr/>
        </p:nvSpPr>
        <p:spPr>
          <a:xfrm>
            <a:off x="10627823" y="2983915"/>
            <a:ext cx="1281120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공격력의 </a:t>
            </a:r>
            <a:endParaRPr lang="en-US" altLang="ko-KR" dirty="0"/>
          </a:p>
          <a:p>
            <a:r>
              <a:rPr lang="en-US" altLang="ko-KR" dirty="0"/>
              <a:t>100% </a:t>
            </a:r>
            <a:r>
              <a:rPr lang="ko-KR" altLang="en-US" dirty="0"/>
              <a:t>만큼의 </a:t>
            </a:r>
            <a:endParaRPr lang="en-US" altLang="ko-KR" dirty="0"/>
          </a:p>
          <a:p>
            <a:r>
              <a:rPr lang="ko-KR" altLang="en-US" dirty="0"/>
              <a:t>전체 피해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EDA9BF8-046E-4400-AEEB-3CA63CA82B6C}"/>
              </a:ext>
            </a:extLst>
          </p:cNvPr>
          <p:cNvSpPr txBox="1"/>
          <p:nvPr/>
        </p:nvSpPr>
        <p:spPr>
          <a:xfrm>
            <a:off x="10535012" y="1893202"/>
            <a:ext cx="13612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시너지 적용 시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8CFBFB0D-5D70-4699-B1AC-547BDD2328AC}"/>
              </a:ext>
            </a:extLst>
          </p:cNvPr>
          <p:cNvSpPr txBox="1"/>
          <p:nvPr/>
        </p:nvSpPr>
        <p:spPr>
          <a:xfrm>
            <a:off x="8731484" y="1904050"/>
            <a:ext cx="15408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시너지 미적용 시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81BFA69-F557-4B0F-92E5-12D9BB7F3DE1}"/>
              </a:ext>
            </a:extLst>
          </p:cNvPr>
          <p:cNvSpPr txBox="1"/>
          <p:nvPr/>
        </p:nvSpPr>
        <p:spPr>
          <a:xfrm>
            <a:off x="9640152" y="1594710"/>
            <a:ext cx="11320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시너지 예시</a:t>
            </a:r>
          </a:p>
        </p:txBody>
      </p:sp>
      <p:sp>
        <p:nvSpPr>
          <p:cNvPr id="33" name="Google Shape;195;p7">
            <a:extLst>
              <a:ext uri="{FF2B5EF4-FFF2-40B4-BE49-F238E27FC236}">
                <a16:creationId xmlns:a16="http://schemas.microsoft.com/office/drawing/2014/main" id="{D9455CE0-CD5F-423C-9D8A-47E227375D4A}"/>
              </a:ext>
            </a:extLst>
          </p:cNvPr>
          <p:cNvSpPr/>
          <p:nvPr/>
        </p:nvSpPr>
        <p:spPr>
          <a:xfrm>
            <a:off x="1292786" y="4821788"/>
            <a:ext cx="611659" cy="7378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 A</a:t>
            </a:r>
            <a:endParaRPr sz="11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4" name="Google Shape;196;p7">
            <a:extLst>
              <a:ext uri="{FF2B5EF4-FFF2-40B4-BE49-F238E27FC236}">
                <a16:creationId xmlns:a16="http://schemas.microsoft.com/office/drawing/2014/main" id="{CF70D6B7-0D8D-48C6-AAFC-892E2DCD3499}"/>
              </a:ext>
            </a:extLst>
          </p:cNvPr>
          <p:cNvSpPr/>
          <p:nvPr/>
        </p:nvSpPr>
        <p:spPr>
          <a:xfrm>
            <a:off x="5189442" y="4821788"/>
            <a:ext cx="611659" cy="7378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</a:t>
            </a:r>
            <a:r>
              <a:rPr lang="en-US" alt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 A</a:t>
            </a:r>
            <a:endParaRPr sz="11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5" name="Google Shape;197;p7">
            <a:extLst>
              <a:ext uri="{FF2B5EF4-FFF2-40B4-BE49-F238E27FC236}">
                <a16:creationId xmlns:a16="http://schemas.microsoft.com/office/drawing/2014/main" id="{B9FE6F87-82AA-4349-B44D-73A395A4CEF4}"/>
              </a:ext>
            </a:extLst>
          </p:cNvPr>
          <p:cNvSpPr/>
          <p:nvPr/>
        </p:nvSpPr>
        <p:spPr>
          <a:xfrm>
            <a:off x="4215278" y="4821788"/>
            <a:ext cx="611659" cy="737826"/>
          </a:xfrm>
          <a:prstGeom prst="rect">
            <a:avLst/>
          </a:prstGeom>
          <a:solidFill>
            <a:srgbClr val="4472C4"/>
          </a:solidFill>
          <a:ln w="6350" cap="flat" cmpd="sng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 </a:t>
            </a:r>
            <a:r>
              <a:rPr lang="ko-KR" sz="1100" dirty="0" err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B</a:t>
            </a:r>
            <a:endParaRPr sz="11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7" name="Google Shape;198;p7">
            <a:extLst>
              <a:ext uri="{FF2B5EF4-FFF2-40B4-BE49-F238E27FC236}">
                <a16:creationId xmlns:a16="http://schemas.microsoft.com/office/drawing/2014/main" id="{99854A49-6AB1-49E9-914A-720B5E249DAE}"/>
              </a:ext>
            </a:extLst>
          </p:cNvPr>
          <p:cNvSpPr/>
          <p:nvPr/>
        </p:nvSpPr>
        <p:spPr>
          <a:xfrm>
            <a:off x="3241114" y="4821789"/>
            <a:ext cx="611659" cy="737826"/>
          </a:xfrm>
          <a:prstGeom prst="rect">
            <a:avLst/>
          </a:prstGeom>
          <a:solidFill>
            <a:srgbClr val="4472C4"/>
          </a:solidFill>
          <a:ln w="6350" cap="flat" cmpd="sng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 </a:t>
            </a:r>
            <a:r>
              <a:rPr lang="en-US" alt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C</a:t>
            </a:r>
            <a:endParaRPr sz="11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8" name="Google Shape;199;p7">
            <a:extLst>
              <a:ext uri="{FF2B5EF4-FFF2-40B4-BE49-F238E27FC236}">
                <a16:creationId xmlns:a16="http://schemas.microsoft.com/office/drawing/2014/main" id="{71A09752-6BCA-4EBE-A1FE-E1BA47349D54}"/>
              </a:ext>
            </a:extLst>
          </p:cNvPr>
          <p:cNvSpPr/>
          <p:nvPr/>
        </p:nvSpPr>
        <p:spPr>
          <a:xfrm>
            <a:off x="2266950" y="4821788"/>
            <a:ext cx="611659" cy="7378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 A</a:t>
            </a:r>
            <a:endParaRPr sz="11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9" name="Google Shape;201;p7">
            <a:extLst>
              <a:ext uri="{FF2B5EF4-FFF2-40B4-BE49-F238E27FC236}">
                <a16:creationId xmlns:a16="http://schemas.microsoft.com/office/drawing/2014/main" id="{72AC9991-6FB0-47A9-8820-6A08710C45FA}"/>
              </a:ext>
            </a:extLst>
          </p:cNvPr>
          <p:cNvSpPr/>
          <p:nvPr/>
        </p:nvSpPr>
        <p:spPr>
          <a:xfrm>
            <a:off x="6163606" y="4821788"/>
            <a:ext cx="611659" cy="7378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 C</a:t>
            </a:r>
            <a:endParaRPr sz="11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0" name="Google Shape;198;p7">
            <a:extLst>
              <a:ext uri="{FF2B5EF4-FFF2-40B4-BE49-F238E27FC236}">
                <a16:creationId xmlns:a16="http://schemas.microsoft.com/office/drawing/2014/main" id="{38BBD521-F807-4A85-88C2-44AD3442D927}"/>
              </a:ext>
            </a:extLst>
          </p:cNvPr>
          <p:cNvSpPr/>
          <p:nvPr/>
        </p:nvSpPr>
        <p:spPr>
          <a:xfrm>
            <a:off x="3705419" y="3587308"/>
            <a:ext cx="492758" cy="544794"/>
          </a:xfrm>
          <a:prstGeom prst="rect">
            <a:avLst/>
          </a:prstGeom>
          <a:solidFill>
            <a:srgbClr val="4472C4"/>
          </a:solidFill>
          <a:ln w="6350" cap="flat" cmpd="sng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</a:t>
            </a:r>
            <a:r>
              <a:rPr lang="en-US" alt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C</a:t>
            </a:r>
            <a:endParaRPr sz="11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1" name="Google Shape;198;p7">
            <a:extLst>
              <a:ext uri="{FF2B5EF4-FFF2-40B4-BE49-F238E27FC236}">
                <a16:creationId xmlns:a16="http://schemas.microsoft.com/office/drawing/2014/main" id="{72F9C802-AC68-40B9-B978-799DF00B3994}"/>
              </a:ext>
            </a:extLst>
          </p:cNvPr>
          <p:cNvSpPr/>
          <p:nvPr/>
        </p:nvSpPr>
        <p:spPr>
          <a:xfrm rot="10800000">
            <a:off x="4305617" y="3587308"/>
            <a:ext cx="492758" cy="544794"/>
          </a:xfrm>
          <a:prstGeom prst="rect">
            <a:avLst/>
          </a:prstGeom>
          <a:solidFill>
            <a:srgbClr val="4472C4"/>
          </a:solidFill>
          <a:ln w="1905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 </a:t>
            </a:r>
            <a:r>
              <a:rPr lang="en-US" alt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C</a:t>
            </a:r>
            <a:endParaRPr sz="11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32529954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ko-KR"/>
              <a:t>스킬 코스트</a:t>
            </a:r>
            <a:endParaRPr/>
          </a:p>
        </p:txBody>
      </p:sp>
      <p:sp>
        <p:nvSpPr>
          <p:cNvPr id="136" name="Google Shape;136;p5"/>
          <p:cNvSpPr/>
          <p:nvPr/>
        </p:nvSpPr>
        <p:spPr>
          <a:xfrm>
            <a:off x="1488524" y="3380087"/>
            <a:ext cx="611659" cy="7378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 </a:t>
            </a:r>
            <a:r>
              <a:rPr lang="ko-KR" sz="1100" dirty="0" err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A</a:t>
            </a:r>
            <a:endParaRPr sz="11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7" name="Google Shape;137;p5"/>
          <p:cNvSpPr txBox="1"/>
          <p:nvPr/>
        </p:nvSpPr>
        <p:spPr>
          <a:xfrm>
            <a:off x="901578" y="4960410"/>
            <a:ext cx="10388844" cy="1600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b="0" i="0" u="none" strike="noStrike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스킬을 사용할 때 소비하는 코스트, 기본 최대 코스트 </a:t>
            </a:r>
            <a:r>
              <a:rPr lang="en-US" altLang="ko-KR" b="0" i="0" u="none" strike="noStrike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10</a:t>
            </a:r>
            <a:r>
              <a:rPr lang="ko-KR" b="0" i="0" u="none" strike="noStrike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칸</a:t>
            </a:r>
            <a:endParaRPr lang="en-US" altLang="ko-KR" b="0" i="0" u="none" strike="noStrike" dirty="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아군 첫 턴에는</a:t>
            </a:r>
            <a:r>
              <a:rPr lang="ko-KR" altLang="en-US" b="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코스트가 가득 찬 상태로 시작한다</a:t>
            </a:r>
            <a:r>
              <a:rPr lang="en-US" altLang="ko-KR" b="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. </a:t>
            </a:r>
            <a:endParaRPr b="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아군 첫 턴을 제외하고 </a:t>
            </a:r>
            <a:r>
              <a:rPr lang="ko-KR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아군팀</a:t>
            </a:r>
            <a:r>
              <a:rPr lang="ko-KR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턴이 돌아올 때마다 </a:t>
            </a:r>
            <a:r>
              <a:rPr lang="en-US" altLang="ko-KR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r>
              <a:rPr lang="ko-KR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칸 회복한다.</a:t>
            </a:r>
            <a:endParaRPr lang="en-US" altLang="ko-KR" dirty="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 턴에서 사용하지 않은 코스트는 다음 턴으로 이월된다</a:t>
            </a:r>
            <a:r>
              <a:rPr lang="en-US" altLang="ko-KR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. </a:t>
            </a:r>
            <a:r>
              <a:rPr lang="ko-KR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endParaRPr lang="en-US" altLang="ko-KR" dirty="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b="0" i="0" u="none" strike="noStrike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증강, 캐릭터 스킬 등으</a:t>
            </a:r>
            <a:r>
              <a:rPr lang="ko-KR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로 </a:t>
            </a:r>
            <a:r>
              <a:rPr lang="ko-KR" altLang="en-US" dirty="0">
                <a:latin typeface="Malgun Gothic"/>
                <a:ea typeface="Malgun Gothic"/>
                <a:cs typeface="Malgun Gothic"/>
                <a:sym typeface="Malgun Gothic"/>
              </a:rPr>
              <a:t>최대 </a:t>
            </a:r>
            <a:r>
              <a:rPr lang="ko-KR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코스트 칸이 </a:t>
            </a:r>
            <a:r>
              <a:rPr lang="ko-KR" b="0" i="0" u="none" strike="noStrike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늘거나 </a:t>
            </a:r>
            <a:r>
              <a:rPr lang="ko-KR" b="0" i="0" u="none" strike="noStrike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디버프</a:t>
            </a:r>
            <a:r>
              <a:rPr lang="ko-KR" b="0" i="0" u="none" strike="noStrike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등으로 </a:t>
            </a:r>
            <a:r>
              <a:rPr lang="ko-KR" altLang="en-US" b="0" i="0" u="none" strike="noStrike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최대 </a:t>
            </a:r>
            <a:r>
              <a:rPr lang="ko-KR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코스트 칸이</a:t>
            </a:r>
            <a:r>
              <a:rPr lang="ko-KR" b="0" i="0" u="none" strike="noStrike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감소할 수 있다.</a:t>
            </a:r>
            <a:endParaRPr sz="11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스킬의 대상이 단일인지 복수인지에 따라 소비 코스트가 다르다. </a:t>
            </a:r>
            <a:endParaRPr sz="1100" dirty="0"/>
          </a:p>
        </p:txBody>
      </p:sp>
      <p:sp>
        <p:nvSpPr>
          <p:cNvPr id="138" name="Google Shape;138;p5"/>
          <p:cNvSpPr/>
          <p:nvPr/>
        </p:nvSpPr>
        <p:spPr>
          <a:xfrm>
            <a:off x="3134351" y="3396366"/>
            <a:ext cx="611659" cy="737826"/>
          </a:xfrm>
          <a:prstGeom prst="rect">
            <a:avLst/>
          </a:prstGeom>
          <a:solidFill>
            <a:srgbClr val="4472C4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 B</a:t>
            </a:r>
            <a:endParaRPr sz="11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1614110" y="2948363"/>
            <a:ext cx="360485" cy="351693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3108018" y="2971826"/>
            <a:ext cx="360485" cy="351693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3468503" y="2971826"/>
            <a:ext cx="360485" cy="351693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2" name="Google Shape;142;p5"/>
          <p:cNvSpPr txBox="1"/>
          <p:nvPr/>
        </p:nvSpPr>
        <p:spPr>
          <a:xfrm>
            <a:off x="1242595" y="4195416"/>
            <a:ext cx="1189749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복수</a:t>
            </a:r>
            <a:r>
              <a:rPr lang="ko-KR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대상</a:t>
            </a:r>
            <a:endParaRPr sz="18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코스트 </a:t>
            </a:r>
            <a:r>
              <a:rPr lang="en-US" altLang="ko-KR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sz="18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3" name="Google Shape;143;p5"/>
          <p:cNvSpPr txBox="1"/>
          <p:nvPr/>
        </p:nvSpPr>
        <p:spPr>
          <a:xfrm>
            <a:off x="2867819" y="4211695"/>
            <a:ext cx="1189749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단일</a:t>
            </a:r>
            <a:r>
              <a:rPr lang="ko-KR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대상</a:t>
            </a:r>
            <a:endParaRPr sz="18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코스트 </a:t>
            </a:r>
            <a:r>
              <a:rPr lang="en-US" altLang="ko-KR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sz="18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6152810" y="1982266"/>
            <a:ext cx="360600" cy="351600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6522669" y="1982266"/>
            <a:ext cx="360600" cy="351600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6892528" y="1982266"/>
            <a:ext cx="360600" cy="351600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7262387" y="1982266"/>
            <a:ext cx="360600" cy="351600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7632245" y="1982266"/>
            <a:ext cx="360600" cy="351600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9" name="Google Shape;149;p5"/>
          <p:cNvSpPr txBox="1"/>
          <p:nvPr/>
        </p:nvSpPr>
        <p:spPr>
          <a:xfrm>
            <a:off x="5789405" y="1548620"/>
            <a:ext cx="256672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아군 팀 2 턴 시작</a:t>
            </a:r>
            <a:endParaRPr dirty="0"/>
          </a:p>
        </p:txBody>
      </p:sp>
      <p:sp>
        <p:nvSpPr>
          <p:cNvPr id="150" name="Google Shape;150;p5"/>
          <p:cNvSpPr txBox="1"/>
          <p:nvPr/>
        </p:nvSpPr>
        <p:spPr>
          <a:xfrm>
            <a:off x="1859233" y="1492909"/>
            <a:ext cx="2254143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dirty="0">
                <a:solidFill>
                  <a:schemeClr val="dk1"/>
                </a:solidFill>
                <a:latin typeface="Malgun Gothic"/>
                <a:ea typeface="Malgun Gothic"/>
                <a:sym typeface="Malgun Gothic"/>
              </a:rPr>
              <a:t>아군 팀 </a:t>
            </a:r>
            <a:r>
              <a:rPr lang="en-US" altLang="ko-KR" sz="1800" dirty="0">
                <a:solidFill>
                  <a:schemeClr val="dk1"/>
                </a:solidFill>
                <a:latin typeface="Malgun Gothic"/>
                <a:ea typeface="Malgun Gothic"/>
                <a:sym typeface="Malgun Gothic"/>
              </a:rPr>
              <a:t>1</a:t>
            </a:r>
            <a:r>
              <a:rPr lang="ko-KR" altLang="en-US" sz="1800" dirty="0">
                <a:solidFill>
                  <a:schemeClr val="dk1"/>
                </a:solidFill>
                <a:latin typeface="Malgun Gothic"/>
                <a:ea typeface="Malgun Gothic"/>
                <a:sym typeface="Malgun Gothic"/>
              </a:rPr>
              <a:t>턴</a:t>
            </a:r>
            <a:endParaRPr dirty="0"/>
          </a:p>
        </p:txBody>
      </p:sp>
      <p:sp>
        <p:nvSpPr>
          <p:cNvPr id="151" name="Google Shape;151;p5"/>
          <p:cNvSpPr/>
          <p:nvPr/>
        </p:nvSpPr>
        <p:spPr>
          <a:xfrm>
            <a:off x="1703474" y="1996566"/>
            <a:ext cx="360485" cy="351693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2073333" y="1996566"/>
            <a:ext cx="360485" cy="351693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3" name="Google Shape;153;p5"/>
          <p:cNvSpPr/>
          <p:nvPr/>
        </p:nvSpPr>
        <p:spPr>
          <a:xfrm>
            <a:off x="2443192" y="1996566"/>
            <a:ext cx="360485" cy="351693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noFill/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2813051" y="1996566"/>
            <a:ext cx="360485" cy="351693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noFill/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5" name="Google Shape;155;p5"/>
          <p:cNvSpPr/>
          <p:nvPr/>
        </p:nvSpPr>
        <p:spPr>
          <a:xfrm>
            <a:off x="3182909" y="1996566"/>
            <a:ext cx="360485" cy="351693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noFill/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6" name="Google Shape;156;p5"/>
          <p:cNvSpPr txBox="1"/>
          <p:nvPr/>
        </p:nvSpPr>
        <p:spPr>
          <a:xfrm>
            <a:off x="173620" y="3113932"/>
            <a:ext cx="1189749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</a:t>
            </a:r>
            <a:r>
              <a:rPr lang="ko-KR" altLang="en-US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한</a:t>
            </a:r>
            <a:r>
              <a:rPr lang="ko-KR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스킬</a:t>
            </a:r>
            <a:endParaRPr dirty="0"/>
          </a:p>
        </p:txBody>
      </p:sp>
      <p:sp>
        <p:nvSpPr>
          <p:cNvPr id="157" name="Google Shape;157;p5"/>
          <p:cNvSpPr/>
          <p:nvPr/>
        </p:nvSpPr>
        <p:spPr>
          <a:xfrm>
            <a:off x="1172329" y="1942230"/>
            <a:ext cx="2896087" cy="2957223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8" name="Google Shape;158;p5"/>
          <p:cNvSpPr/>
          <p:nvPr/>
        </p:nvSpPr>
        <p:spPr>
          <a:xfrm>
            <a:off x="5624726" y="1931192"/>
            <a:ext cx="2896087" cy="2655118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9" name="Google Shape;159;p5"/>
          <p:cNvSpPr/>
          <p:nvPr/>
        </p:nvSpPr>
        <p:spPr>
          <a:xfrm>
            <a:off x="4701215" y="3140688"/>
            <a:ext cx="422030" cy="397901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0" name="Google Shape;160;p5"/>
          <p:cNvSpPr txBox="1"/>
          <p:nvPr/>
        </p:nvSpPr>
        <p:spPr>
          <a:xfrm>
            <a:off x="4057568" y="2789378"/>
            <a:ext cx="162897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코스트 </a:t>
            </a:r>
            <a:r>
              <a:rPr lang="en-US" altLang="ko-KR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r>
              <a:rPr lang="ko-KR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회복</a:t>
            </a:r>
            <a:endParaRPr dirty="0"/>
          </a:p>
        </p:txBody>
      </p:sp>
      <p:sp>
        <p:nvSpPr>
          <p:cNvPr id="28" name="Google Shape;157;p5">
            <a:extLst>
              <a:ext uri="{FF2B5EF4-FFF2-40B4-BE49-F238E27FC236}">
                <a16:creationId xmlns:a16="http://schemas.microsoft.com/office/drawing/2014/main" id="{71E35558-44A6-46AF-9BDB-D07CED914A9A}"/>
              </a:ext>
            </a:extLst>
          </p:cNvPr>
          <p:cNvSpPr/>
          <p:nvPr/>
        </p:nvSpPr>
        <p:spPr>
          <a:xfrm>
            <a:off x="1292800" y="2921472"/>
            <a:ext cx="2653970" cy="1920275"/>
          </a:xfrm>
          <a:prstGeom prst="rect">
            <a:avLst/>
          </a:prstGeom>
          <a:noFill/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80A25AB4-A16A-454A-B239-3F99B983E973}"/>
              </a:ext>
            </a:extLst>
          </p:cNvPr>
          <p:cNvCxnSpPr>
            <a:cxnSpLocks/>
          </p:cNvCxnSpPr>
          <p:nvPr/>
        </p:nvCxnSpPr>
        <p:spPr>
          <a:xfrm flipH="1" flipV="1">
            <a:off x="549991" y="3796008"/>
            <a:ext cx="880009" cy="29469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Google Shape;153;p5">
            <a:extLst>
              <a:ext uri="{FF2B5EF4-FFF2-40B4-BE49-F238E27FC236}">
                <a16:creationId xmlns:a16="http://schemas.microsoft.com/office/drawing/2014/main" id="{7BCB8050-B625-47D6-857D-672483EDFDE3}"/>
              </a:ext>
            </a:extLst>
          </p:cNvPr>
          <p:cNvSpPr/>
          <p:nvPr/>
        </p:nvSpPr>
        <p:spPr>
          <a:xfrm>
            <a:off x="1679687" y="2396510"/>
            <a:ext cx="360485" cy="351693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noFill/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1" name="Google Shape;154;p5">
            <a:extLst>
              <a:ext uri="{FF2B5EF4-FFF2-40B4-BE49-F238E27FC236}">
                <a16:creationId xmlns:a16="http://schemas.microsoft.com/office/drawing/2014/main" id="{9DA7D802-6F32-47A9-A14F-8AEB5C03291C}"/>
              </a:ext>
            </a:extLst>
          </p:cNvPr>
          <p:cNvSpPr/>
          <p:nvPr/>
        </p:nvSpPr>
        <p:spPr>
          <a:xfrm>
            <a:off x="2049546" y="2396510"/>
            <a:ext cx="360485" cy="351693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noFill/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2" name="Google Shape;155;p5">
            <a:extLst>
              <a:ext uri="{FF2B5EF4-FFF2-40B4-BE49-F238E27FC236}">
                <a16:creationId xmlns:a16="http://schemas.microsoft.com/office/drawing/2014/main" id="{A4FA26D8-F6FF-4616-A364-2E6EBFEE132F}"/>
              </a:ext>
            </a:extLst>
          </p:cNvPr>
          <p:cNvSpPr/>
          <p:nvPr/>
        </p:nvSpPr>
        <p:spPr>
          <a:xfrm>
            <a:off x="2419404" y="2396510"/>
            <a:ext cx="360485" cy="351693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noFill/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3" name="Google Shape;154;p5">
            <a:extLst>
              <a:ext uri="{FF2B5EF4-FFF2-40B4-BE49-F238E27FC236}">
                <a16:creationId xmlns:a16="http://schemas.microsoft.com/office/drawing/2014/main" id="{56DA2A3E-7BA2-4DB7-87C9-F29C2EBA4F99}"/>
              </a:ext>
            </a:extLst>
          </p:cNvPr>
          <p:cNvSpPr/>
          <p:nvPr/>
        </p:nvSpPr>
        <p:spPr>
          <a:xfrm>
            <a:off x="2813051" y="2403554"/>
            <a:ext cx="360485" cy="351693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noFill/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4" name="Google Shape;155;p5">
            <a:extLst>
              <a:ext uri="{FF2B5EF4-FFF2-40B4-BE49-F238E27FC236}">
                <a16:creationId xmlns:a16="http://schemas.microsoft.com/office/drawing/2014/main" id="{F4FC59E4-F1C7-4CC6-9221-72E4619ED55B}"/>
              </a:ext>
            </a:extLst>
          </p:cNvPr>
          <p:cNvSpPr/>
          <p:nvPr/>
        </p:nvSpPr>
        <p:spPr>
          <a:xfrm>
            <a:off x="3182909" y="2403554"/>
            <a:ext cx="360485" cy="351693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noFill/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5" name="Google Shape;153;p5">
            <a:extLst>
              <a:ext uri="{FF2B5EF4-FFF2-40B4-BE49-F238E27FC236}">
                <a16:creationId xmlns:a16="http://schemas.microsoft.com/office/drawing/2014/main" id="{DD8B4986-A4D5-4C73-A44B-EFE97E2F2A69}"/>
              </a:ext>
            </a:extLst>
          </p:cNvPr>
          <p:cNvSpPr/>
          <p:nvPr/>
        </p:nvSpPr>
        <p:spPr>
          <a:xfrm>
            <a:off x="6129138" y="2349229"/>
            <a:ext cx="360485" cy="351693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noFill/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6" name="Google Shape;154;p5">
            <a:extLst>
              <a:ext uri="{FF2B5EF4-FFF2-40B4-BE49-F238E27FC236}">
                <a16:creationId xmlns:a16="http://schemas.microsoft.com/office/drawing/2014/main" id="{70DD0845-BDB7-4CA3-A888-87D9B352D3DC}"/>
              </a:ext>
            </a:extLst>
          </p:cNvPr>
          <p:cNvSpPr/>
          <p:nvPr/>
        </p:nvSpPr>
        <p:spPr>
          <a:xfrm>
            <a:off x="6498997" y="2349229"/>
            <a:ext cx="360485" cy="351693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noFill/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7" name="Google Shape;155;p5">
            <a:extLst>
              <a:ext uri="{FF2B5EF4-FFF2-40B4-BE49-F238E27FC236}">
                <a16:creationId xmlns:a16="http://schemas.microsoft.com/office/drawing/2014/main" id="{ADD253AE-C6DC-4A4A-B8DD-8A72914508F6}"/>
              </a:ext>
            </a:extLst>
          </p:cNvPr>
          <p:cNvSpPr/>
          <p:nvPr/>
        </p:nvSpPr>
        <p:spPr>
          <a:xfrm>
            <a:off x="6868855" y="2349229"/>
            <a:ext cx="360485" cy="351693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noFill/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8" name="Google Shape;154;p5">
            <a:extLst>
              <a:ext uri="{FF2B5EF4-FFF2-40B4-BE49-F238E27FC236}">
                <a16:creationId xmlns:a16="http://schemas.microsoft.com/office/drawing/2014/main" id="{812A53AD-4AB8-4E24-9A42-C1631D5319D7}"/>
              </a:ext>
            </a:extLst>
          </p:cNvPr>
          <p:cNvSpPr/>
          <p:nvPr/>
        </p:nvSpPr>
        <p:spPr>
          <a:xfrm>
            <a:off x="7262502" y="2356273"/>
            <a:ext cx="360485" cy="351693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noFill/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9" name="Google Shape;155;p5">
            <a:extLst>
              <a:ext uri="{FF2B5EF4-FFF2-40B4-BE49-F238E27FC236}">
                <a16:creationId xmlns:a16="http://schemas.microsoft.com/office/drawing/2014/main" id="{508F9318-977D-4B3F-A5A8-2C0646EE7619}"/>
              </a:ext>
            </a:extLst>
          </p:cNvPr>
          <p:cNvSpPr/>
          <p:nvPr/>
        </p:nvSpPr>
        <p:spPr>
          <a:xfrm>
            <a:off x="7632360" y="2356273"/>
            <a:ext cx="360485" cy="351693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noFill/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ko-KR" altLang="en-US" dirty="0"/>
              <a:t>아군 </a:t>
            </a:r>
            <a:r>
              <a:rPr lang="ko-KR" altLang="en-US" dirty="0" err="1"/>
              <a:t>궁극기</a:t>
            </a:r>
            <a:endParaRPr dirty="0"/>
          </a:p>
        </p:txBody>
      </p:sp>
      <p:sp>
        <p:nvSpPr>
          <p:cNvPr id="122" name="Google Shape;122;p4"/>
          <p:cNvSpPr/>
          <p:nvPr/>
        </p:nvSpPr>
        <p:spPr>
          <a:xfrm>
            <a:off x="989729" y="2593583"/>
            <a:ext cx="611659" cy="1025611"/>
          </a:xfrm>
          <a:prstGeom prst="ellipse">
            <a:avLst/>
          </a:prstGeom>
          <a:solidFill>
            <a:schemeClr val="accent6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BE58D7D-3DA9-49B4-970A-D8D6ADA8EAA8}"/>
              </a:ext>
            </a:extLst>
          </p:cNvPr>
          <p:cNvSpPr txBox="1"/>
          <p:nvPr/>
        </p:nvSpPr>
        <p:spPr>
          <a:xfrm>
            <a:off x="745715" y="2332092"/>
            <a:ext cx="13336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아군 캐릭터 </a:t>
            </a:r>
            <a:r>
              <a:rPr lang="en-US" altLang="ko-KR" sz="14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lang="ko-KR" altLang="en-US" sz="14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" name="Google Shape;125;p4">
            <a:extLst>
              <a:ext uri="{FF2B5EF4-FFF2-40B4-BE49-F238E27FC236}">
                <a16:creationId xmlns:a16="http://schemas.microsoft.com/office/drawing/2014/main" id="{C1E65496-C506-4A2C-81F3-8C3A46380FAB}"/>
              </a:ext>
            </a:extLst>
          </p:cNvPr>
          <p:cNvSpPr txBox="1"/>
          <p:nvPr/>
        </p:nvSpPr>
        <p:spPr>
          <a:xfrm>
            <a:off x="325496" y="5240861"/>
            <a:ext cx="10678851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한 캐릭터의 스킬을 </a:t>
            </a:r>
            <a:r>
              <a:rPr lang="en-US" altLang="ko-KR" dirty="0"/>
              <a:t>3</a:t>
            </a:r>
            <a:r>
              <a:rPr lang="ko-KR" altLang="en-US" dirty="0"/>
              <a:t>회 사용하면 궁극기가 카드 형태로 손 </a:t>
            </a:r>
            <a:r>
              <a:rPr lang="ko-KR" altLang="en-US" dirty="0" err="1"/>
              <a:t>덱에</a:t>
            </a:r>
            <a:r>
              <a:rPr lang="ko-KR" altLang="en-US" dirty="0"/>
              <a:t> 들어온다</a:t>
            </a:r>
            <a:r>
              <a:rPr lang="en-US" altLang="ko-KR" dirty="0"/>
              <a:t>.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</p:txBody>
      </p:sp>
      <p:sp>
        <p:nvSpPr>
          <p:cNvPr id="22" name="Google Shape;122;p4">
            <a:extLst>
              <a:ext uri="{FF2B5EF4-FFF2-40B4-BE49-F238E27FC236}">
                <a16:creationId xmlns:a16="http://schemas.microsoft.com/office/drawing/2014/main" id="{EB806E25-A56B-4D28-8A29-A44CB2FCA859}"/>
              </a:ext>
            </a:extLst>
          </p:cNvPr>
          <p:cNvSpPr/>
          <p:nvPr/>
        </p:nvSpPr>
        <p:spPr>
          <a:xfrm>
            <a:off x="2991523" y="2593583"/>
            <a:ext cx="611659" cy="1025611"/>
          </a:xfrm>
          <a:prstGeom prst="ellipse">
            <a:avLst/>
          </a:prstGeom>
          <a:solidFill>
            <a:schemeClr val="accent6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8A07913-3FDC-4A0F-903E-B951B7060265}"/>
              </a:ext>
            </a:extLst>
          </p:cNvPr>
          <p:cNvSpPr txBox="1"/>
          <p:nvPr/>
        </p:nvSpPr>
        <p:spPr>
          <a:xfrm>
            <a:off x="2720967" y="2343978"/>
            <a:ext cx="13336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아군 캐릭터 </a:t>
            </a:r>
            <a:r>
              <a:rPr lang="en-US" altLang="ko-KR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lang="ko-KR" altLang="en-US" sz="14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5" name="Google Shape;122;p4">
            <a:extLst>
              <a:ext uri="{FF2B5EF4-FFF2-40B4-BE49-F238E27FC236}">
                <a16:creationId xmlns:a16="http://schemas.microsoft.com/office/drawing/2014/main" id="{05B66AE0-BCAC-4D5E-8603-AB28E2AE5B18}"/>
              </a:ext>
            </a:extLst>
          </p:cNvPr>
          <p:cNvSpPr/>
          <p:nvPr/>
        </p:nvSpPr>
        <p:spPr>
          <a:xfrm>
            <a:off x="4993317" y="2593583"/>
            <a:ext cx="611659" cy="1025611"/>
          </a:xfrm>
          <a:prstGeom prst="ellipse">
            <a:avLst/>
          </a:prstGeom>
          <a:solidFill>
            <a:schemeClr val="accent6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14A1855-8024-4915-A4B1-B7EC137979B8}"/>
              </a:ext>
            </a:extLst>
          </p:cNvPr>
          <p:cNvSpPr txBox="1"/>
          <p:nvPr/>
        </p:nvSpPr>
        <p:spPr>
          <a:xfrm>
            <a:off x="4761660" y="2332092"/>
            <a:ext cx="13336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아군 캐릭터 </a:t>
            </a:r>
            <a:r>
              <a:rPr lang="en-US" altLang="ko-KR" sz="14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lang="ko-KR" altLang="en-US" sz="14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2" name="Google Shape;334;p15">
            <a:extLst>
              <a:ext uri="{FF2B5EF4-FFF2-40B4-BE49-F238E27FC236}">
                <a16:creationId xmlns:a16="http://schemas.microsoft.com/office/drawing/2014/main" id="{6BE45FC3-A9BA-47F0-83D2-7334046936AA}"/>
              </a:ext>
            </a:extLst>
          </p:cNvPr>
          <p:cNvSpPr/>
          <p:nvPr/>
        </p:nvSpPr>
        <p:spPr>
          <a:xfrm>
            <a:off x="706515" y="2343978"/>
            <a:ext cx="8134743" cy="2771719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7" name="Google Shape;123;p4">
            <a:extLst>
              <a:ext uri="{FF2B5EF4-FFF2-40B4-BE49-F238E27FC236}">
                <a16:creationId xmlns:a16="http://schemas.microsoft.com/office/drawing/2014/main" id="{A2C2E89B-F4F7-4305-B5BF-89B1579E7DB9}"/>
              </a:ext>
            </a:extLst>
          </p:cNvPr>
          <p:cNvSpPr/>
          <p:nvPr/>
        </p:nvSpPr>
        <p:spPr>
          <a:xfrm>
            <a:off x="1738093" y="2803298"/>
            <a:ext cx="394612" cy="433748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 </a:t>
            </a:r>
            <a:r>
              <a:rPr lang="ko-KR" sz="800" dirty="0" err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A</a:t>
            </a:r>
            <a:endParaRPr sz="8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8" name="Google Shape;123;p4">
            <a:extLst>
              <a:ext uri="{FF2B5EF4-FFF2-40B4-BE49-F238E27FC236}">
                <a16:creationId xmlns:a16="http://schemas.microsoft.com/office/drawing/2014/main" id="{D87D4FDA-7865-48B8-943B-DEE6C13AA3B7}"/>
              </a:ext>
            </a:extLst>
          </p:cNvPr>
          <p:cNvSpPr/>
          <p:nvPr/>
        </p:nvSpPr>
        <p:spPr>
          <a:xfrm rot="10800000">
            <a:off x="2192504" y="2803298"/>
            <a:ext cx="394612" cy="433748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 </a:t>
            </a:r>
            <a:r>
              <a:rPr lang="en-US" altLang="ko-KR" sz="8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A</a:t>
            </a:r>
            <a:endParaRPr sz="8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9" name="Google Shape;123;p4">
            <a:extLst>
              <a:ext uri="{FF2B5EF4-FFF2-40B4-BE49-F238E27FC236}">
                <a16:creationId xmlns:a16="http://schemas.microsoft.com/office/drawing/2014/main" id="{85682B84-75DB-4178-A79E-3AD1265E0FEB}"/>
              </a:ext>
            </a:extLst>
          </p:cNvPr>
          <p:cNvSpPr/>
          <p:nvPr/>
        </p:nvSpPr>
        <p:spPr>
          <a:xfrm>
            <a:off x="1733027" y="3274798"/>
            <a:ext cx="394612" cy="433748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 </a:t>
            </a:r>
            <a:r>
              <a:rPr lang="ko-KR" sz="800" dirty="0" err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A</a:t>
            </a:r>
            <a:endParaRPr sz="8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0" name="Google Shape;334;p15">
            <a:extLst>
              <a:ext uri="{FF2B5EF4-FFF2-40B4-BE49-F238E27FC236}">
                <a16:creationId xmlns:a16="http://schemas.microsoft.com/office/drawing/2014/main" id="{18A21EA1-7FF4-4296-87B1-143C5E88BF37}"/>
              </a:ext>
            </a:extLst>
          </p:cNvPr>
          <p:cNvSpPr/>
          <p:nvPr/>
        </p:nvSpPr>
        <p:spPr>
          <a:xfrm>
            <a:off x="1688903" y="2693800"/>
            <a:ext cx="972485" cy="1075648"/>
          </a:xfrm>
          <a:prstGeom prst="rect">
            <a:avLst/>
          </a:prstGeom>
          <a:noFill/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F00F30F-27EF-498C-B62D-F2E9C5FCAE2B}"/>
              </a:ext>
            </a:extLst>
          </p:cNvPr>
          <p:cNvSpPr txBox="1"/>
          <p:nvPr/>
        </p:nvSpPr>
        <p:spPr>
          <a:xfrm>
            <a:off x="2435427" y="1686483"/>
            <a:ext cx="11320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사용한 스킬</a:t>
            </a:r>
          </a:p>
        </p:txBody>
      </p: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F042DD6F-258A-4FBF-B235-7874B69AD29D}"/>
              </a:ext>
            </a:extLst>
          </p:cNvPr>
          <p:cNvCxnSpPr>
            <a:cxnSpLocks/>
          </p:cNvCxnSpPr>
          <p:nvPr/>
        </p:nvCxnSpPr>
        <p:spPr>
          <a:xfrm flipV="1">
            <a:off x="2387309" y="2006146"/>
            <a:ext cx="309642" cy="68049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Google Shape;111;p3">
            <a:extLst>
              <a:ext uri="{FF2B5EF4-FFF2-40B4-BE49-F238E27FC236}">
                <a16:creationId xmlns:a16="http://schemas.microsoft.com/office/drawing/2014/main" id="{6933E011-546C-4A98-A649-0633484676CD}"/>
              </a:ext>
            </a:extLst>
          </p:cNvPr>
          <p:cNvSpPr/>
          <p:nvPr/>
        </p:nvSpPr>
        <p:spPr>
          <a:xfrm>
            <a:off x="7812240" y="3944988"/>
            <a:ext cx="914400" cy="106667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0" i="0" u="none" strike="noStrike" cap="none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카드</a:t>
            </a:r>
            <a:endParaRPr sz="1800" b="0" i="0" u="none" strike="noStrike" cap="none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0" i="0" u="none" strike="noStrike" cap="none" dirty="0" err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덱</a:t>
            </a:r>
            <a:endParaRPr sz="1800" b="0" i="0" u="none" strike="noStrike" cap="none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7" name="Google Shape;195;p7">
            <a:extLst>
              <a:ext uri="{FF2B5EF4-FFF2-40B4-BE49-F238E27FC236}">
                <a16:creationId xmlns:a16="http://schemas.microsoft.com/office/drawing/2014/main" id="{AB363415-DCD7-488D-8A16-9ED1830E5B74}"/>
              </a:ext>
            </a:extLst>
          </p:cNvPr>
          <p:cNvSpPr/>
          <p:nvPr/>
        </p:nvSpPr>
        <p:spPr>
          <a:xfrm>
            <a:off x="1058008" y="4109413"/>
            <a:ext cx="611659" cy="7378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 A</a:t>
            </a:r>
            <a:endParaRPr sz="11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9" name="Google Shape;196;p7">
            <a:extLst>
              <a:ext uri="{FF2B5EF4-FFF2-40B4-BE49-F238E27FC236}">
                <a16:creationId xmlns:a16="http://schemas.microsoft.com/office/drawing/2014/main" id="{F8B2641A-072E-462A-A3DD-81601105C95F}"/>
              </a:ext>
            </a:extLst>
          </p:cNvPr>
          <p:cNvSpPr/>
          <p:nvPr/>
        </p:nvSpPr>
        <p:spPr>
          <a:xfrm>
            <a:off x="4954664" y="4109413"/>
            <a:ext cx="611659" cy="7378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</a:t>
            </a:r>
            <a:r>
              <a:rPr lang="en-US" alt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 A</a:t>
            </a:r>
            <a:endParaRPr sz="11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0" name="Google Shape;197;p7">
            <a:extLst>
              <a:ext uri="{FF2B5EF4-FFF2-40B4-BE49-F238E27FC236}">
                <a16:creationId xmlns:a16="http://schemas.microsoft.com/office/drawing/2014/main" id="{3EC4241D-145E-4F54-A522-B44B816E2532}"/>
              </a:ext>
            </a:extLst>
          </p:cNvPr>
          <p:cNvSpPr/>
          <p:nvPr/>
        </p:nvSpPr>
        <p:spPr>
          <a:xfrm>
            <a:off x="3980500" y="4109413"/>
            <a:ext cx="611659" cy="737826"/>
          </a:xfrm>
          <a:prstGeom prst="rect">
            <a:avLst/>
          </a:prstGeom>
          <a:solidFill>
            <a:srgbClr val="4472C4"/>
          </a:solidFill>
          <a:ln w="6350" cap="flat" cmpd="sng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 </a:t>
            </a:r>
            <a:r>
              <a:rPr lang="ko-KR" sz="1100" dirty="0" err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B</a:t>
            </a:r>
            <a:endParaRPr sz="11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4" name="Google Shape;198;p7">
            <a:extLst>
              <a:ext uri="{FF2B5EF4-FFF2-40B4-BE49-F238E27FC236}">
                <a16:creationId xmlns:a16="http://schemas.microsoft.com/office/drawing/2014/main" id="{B86FF21C-00CC-4FB6-8EC2-5BEA3D31431D}"/>
              </a:ext>
            </a:extLst>
          </p:cNvPr>
          <p:cNvSpPr/>
          <p:nvPr/>
        </p:nvSpPr>
        <p:spPr>
          <a:xfrm>
            <a:off x="3006336" y="4109414"/>
            <a:ext cx="611659" cy="737826"/>
          </a:xfrm>
          <a:prstGeom prst="rect">
            <a:avLst/>
          </a:prstGeom>
          <a:solidFill>
            <a:srgbClr val="4472C4"/>
          </a:solidFill>
          <a:ln w="6350" cap="flat" cmpd="sng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 </a:t>
            </a:r>
            <a:r>
              <a:rPr lang="en-US" alt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C</a:t>
            </a:r>
            <a:endParaRPr sz="11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3" name="Google Shape;199;p7">
            <a:extLst>
              <a:ext uri="{FF2B5EF4-FFF2-40B4-BE49-F238E27FC236}">
                <a16:creationId xmlns:a16="http://schemas.microsoft.com/office/drawing/2014/main" id="{1DC2A824-EA81-439B-A74E-91D1B33191F5}"/>
              </a:ext>
            </a:extLst>
          </p:cNvPr>
          <p:cNvSpPr/>
          <p:nvPr/>
        </p:nvSpPr>
        <p:spPr>
          <a:xfrm>
            <a:off x="2032172" y="4109413"/>
            <a:ext cx="611659" cy="7378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 A</a:t>
            </a:r>
            <a:endParaRPr sz="11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5" name="Google Shape;201;p7">
            <a:extLst>
              <a:ext uri="{FF2B5EF4-FFF2-40B4-BE49-F238E27FC236}">
                <a16:creationId xmlns:a16="http://schemas.microsoft.com/office/drawing/2014/main" id="{BCC1EBB2-0AB1-4C78-93A8-7CEB81182792}"/>
              </a:ext>
            </a:extLst>
          </p:cNvPr>
          <p:cNvSpPr/>
          <p:nvPr/>
        </p:nvSpPr>
        <p:spPr>
          <a:xfrm>
            <a:off x="5928828" y="4109413"/>
            <a:ext cx="611659" cy="7378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 C</a:t>
            </a:r>
            <a:endParaRPr sz="11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6" name="Google Shape;201;p7">
            <a:extLst>
              <a:ext uri="{FF2B5EF4-FFF2-40B4-BE49-F238E27FC236}">
                <a16:creationId xmlns:a16="http://schemas.microsoft.com/office/drawing/2014/main" id="{B2A3A4C5-7370-491D-A29C-D97D413796A4}"/>
              </a:ext>
            </a:extLst>
          </p:cNvPr>
          <p:cNvSpPr/>
          <p:nvPr/>
        </p:nvSpPr>
        <p:spPr>
          <a:xfrm>
            <a:off x="6902992" y="4109413"/>
            <a:ext cx="611659" cy="7378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dirty="0" err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궁극기</a:t>
            </a:r>
            <a:r>
              <a:rPr lang="ko-KR" altLang="en-US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alt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sz="11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964094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ko-KR" altLang="en-US" dirty="0"/>
              <a:t>아군 </a:t>
            </a:r>
            <a:r>
              <a:rPr lang="ko-KR" altLang="en-US" dirty="0" err="1"/>
              <a:t>궁극기</a:t>
            </a:r>
            <a:endParaRPr dirty="0"/>
          </a:p>
        </p:txBody>
      </p:sp>
      <p:sp>
        <p:nvSpPr>
          <p:cNvPr id="20" name="Google Shape;125;p4">
            <a:extLst>
              <a:ext uri="{FF2B5EF4-FFF2-40B4-BE49-F238E27FC236}">
                <a16:creationId xmlns:a16="http://schemas.microsoft.com/office/drawing/2014/main" id="{C1E65496-C506-4A2C-81F3-8C3A46380FAB}"/>
              </a:ext>
            </a:extLst>
          </p:cNvPr>
          <p:cNvSpPr txBox="1"/>
          <p:nvPr/>
        </p:nvSpPr>
        <p:spPr>
          <a:xfrm>
            <a:off x="387109" y="5028090"/>
            <a:ext cx="10678851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궁극기를 사용하면 궁극기를 사용하지 않은 캐릭터에게 </a:t>
            </a:r>
            <a:r>
              <a:rPr lang="ko-KR" altLang="en-US" dirty="0" err="1"/>
              <a:t>궁극기</a:t>
            </a:r>
            <a:r>
              <a:rPr lang="ko-KR" altLang="en-US" dirty="0"/>
              <a:t> 스택을 하나씩 부여한다</a:t>
            </a:r>
            <a:r>
              <a:rPr lang="en-US" altLang="ko-KR" dirty="0"/>
              <a:t>.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일정 스택이 쌓이면 궁극기가 카드 형태로 손 </a:t>
            </a:r>
            <a:r>
              <a:rPr lang="ko-KR" altLang="en-US" dirty="0" err="1"/>
              <a:t>덱에</a:t>
            </a:r>
            <a:r>
              <a:rPr lang="ko-KR" altLang="en-US" dirty="0"/>
              <a:t> 들어온다</a:t>
            </a:r>
            <a:r>
              <a:rPr lang="en-US" altLang="ko-KR" dirty="0"/>
              <a:t>.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스택으로 얻은 </a:t>
            </a:r>
            <a:r>
              <a:rPr lang="ko-KR" altLang="en-US" dirty="0" err="1"/>
              <a:t>궁극기</a:t>
            </a:r>
            <a:r>
              <a:rPr lang="ko-KR" altLang="en-US" dirty="0"/>
              <a:t> 카드는 사용해도 스택을 부여하지 않는다</a:t>
            </a:r>
            <a:r>
              <a:rPr lang="en-US" altLang="ko-KR" dirty="0"/>
              <a:t>.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</p:txBody>
      </p:sp>
      <p:sp>
        <p:nvSpPr>
          <p:cNvPr id="99" name="Google Shape;122;p4">
            <a:extLst>
              <a:ext uri="{FF2B5EF4-FFF2-40B4-BE49-F238E27FC236}">
                <a16:creationId xmlns:a16="http://schemas.microsoft.com/office/drawing/2014/main" id="{D55028DB-A9D6-43B4-BA3F-32FE973FF3D1}"/>
              </a:ext>
            </a:extLst>
          </p:cNvPr>
          <p:cNvSpPr/>
          <p:nvPr/>
        </p:nvSpPr>
        <p:spPr>
          <a:xfrm>
            <a:off x="989729" y="2593583"/>
            <a:ext cx="611659" cy="1025611"/>
          </a:xfrm>
          <a:prstGeom prst="ellipse">
            <a:avLst/>
          </a:prstGeom>
          <a:solidFill>
            <a:schemeClr val="accent6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EA3DE1F1-F5FB-4C4B-92B1-3AEFB8CEC0B2}"/>
              </a:ext>
            </a:extLst>
          </p:cNvPr>
          <p:cNvSpPr txBox="1"/>
          <p:nvPr/>
        </p:nvSpPr>
        <p:spPr>
          <a:xfrm>
            <a:off x="745715" y="2332092"/>
            <a:ext cx="13336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아군 캐릭터 </a:t>
            </a:r>
            <a:r>
              <a:rPr lang="en-US" altLang="ko-KR" sz="14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lang="ko-KR" altLang="en-US" sz="14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1" name="Google Shape;122;p4">
            <a:extLst>
              <a:ext uri="{FF2B5EF4-FFF2-40B4-BE49-F238E27FC236}">
                <a16:creationId xmlns:a16="http://schemas.microsoft.com/office/drawing/2014/main" id="{D05444C2-91C9-4C9E-8DCA-A4C738DE60BD}"/>
              </a:ext>
            </a:extLst>
          </p:cNvPr>
          <p:cNvSpPr/>
          <p:nvPr/>
        </p:nvSpPr>
        <p:spPr>
          <a:xfrm>
            <a:off x="2991523" y="2593583"/>
            <a:ext cx="611659" cy="1025611"/>
          </a:xfrm>
          <a:prstGeom prst="ellipse">
            <a:avLst/>
          </a:prstGeom>
          <a:solidFill>
            <a:schemeClr val="accent6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62B21589-D7D1-4C59-BA89-3FD8970FA32A}"/>
              </a:ext>
            </a:extLst>
          </p:cNvPr>
          <p:cNvSpPr txBox="1"/>
          <p:nvPr/>
        </p:nvSpPr>
        <p:spPr>
          <a:xfrm>
            <a:off x="2720967" y="2343978"/>
            <a:ext cx="13336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아군 캐릭터 </a:t>
            </a:r>
            <a:r>
              <a:rPr lang="en-US" altLang="ko-KR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lang="ko-KR" altLang="en-US" sz="14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3" name="Google Shape;122;p4">
            <a:extLst>
              <a:ext uri="{FF2B5EF4-FFF2-40B4-BE49-F238E27FC236}">
                <a16:creationId xmlns:a16="http://schemas.microsoft.com/office/drawing/2014/main" id="{BB7FD45A-9060-4EA2-B0EE-CA974F90BADE}"/>
              </a:ext>
            </a:extLst>
          </p:cNvPr>
          <p:cNvSpPr/>
          <p:nvPr/>
        </p:nvSpPr>
        <p:spPr>
          <a:xfrm>
            <a:off x="4993317" y="2593583"/>
            <a:ext cx="611659" cy="1025611"/>
          </a:xfrm>
          <a:prstGeom prst="ellipse">
            <a:avLst/>
          </a:prstGeom>
          <a:solidFill>
            <a:schemeClr val="accent6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ADC6CC4D-8D8E-45C2-A57D-8C39DBD2CE2E}"/>
              </a:ext>
            </a:extLst>
          </p:cNvPr>
          <p:cNvSpPr txBox="1"/>
          <p:nvPr/>
        </p:nvSpPr>
        <p:spPr>
          <a:xfrm>
            <a:off x="4761660" y="2332092"/>
            <a:ext cx="13336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아군 캐릭터 </a:t>
            </a:r>
            <a:r>
              <a:rPr lang="en-US" altLang="ko-KR" sz="14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lang="ko-KR" altLang="en-US" sz="14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5" name="Google Shape;334;p15">
            <a:extLst>
              <a:ext uri="{FF2B5EF4-FFF2-40B4-BE49-F238E27FC236}">
                <a16:creationId xmlns:a16="http://schemas.microsoft.com/office/drawing/2014/main" id="{B2A406DE-022B-4330-9BB8-EF889224E5E6}"/>
              </a:ext>
            </a:extLst>
          </p:cNvPr>
          <p:cNvSpPr/>
          <p:nvPr/>
        </p:nvSpPr>
        <p:spPr>
          <a:xfrm>
            <a:off x="706515" y="2343978"/>
            <a:ext cx="5388837" cy="2192853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3" name="Google Shape;201;p7">
            <a:extLst>
              <a:ext uri="{FF2B5EF4-FFF2-40B4-BE49-F238E27FC236}">
                <a16:creationId xmlns:a16="http://schemas.microsoft.com/office/drawing/2014/main" id="{D10C8444-E07D-4C7B-9309-CF3E82533344}"/>
              </a:ext>
            </a:extLst>
          </p:cNvPr>
          <p:cNvSpPr/>
          <p:nvPr/>
        </p:nvSpPr>
        <p:spPr>
          <a:xfrm>
            <a:off x="1895960" y="2839876"/>
            <a:ext cx="611659" cy="7378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dirty="0" err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궁극기</a:t>
            </a:r>
            <a:r>
              <a:rPr lang="ko-KR" altLang="en-US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alt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sz="11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5" name="Google Shape;334;p15">
            <a:extLst>
              <a:ext uri="{FF2B5EF4-FFF2-40B4-BE49-F238E27FC236}">
                <a16:creationId xmlns:a16="http://schemas.microsoft.com/office/drawing/2014/main" id="{9202D314-D662-4101-8458-9C0CAF42EF09}"/>
              </a:ext>
            </a:extLst>
          </p:cNvPr>
          <p:cNvSpPr/>
          <p:nvPr/>
        </p:nvSpPr>
        <p:spPr>
          <a:xfrm>
            <a:off x="1688903" y="2693800"/>
            <a:ext cx="972485" cy="1075648"/>
          </a:xfrm>
          <a:prstGeom prst="rect">
            <a:avLst/>
          </a:prstGeom>
          <a:noFill/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EC074725-5EEE-40FB-AE38-0C8FA899B386}"/>
              </a:ext>
            </a:extLst>
          </p:cNvPr>
          <p:cNvSpPr txBox="1"/>
          <p:nvPr/>
        </p:nvSpPr>
        <p:spPr>
          <a:xfrm>
            <a:off x="2435427" y="1686483"/>
            <a:ext cx="13115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사용한 </a:t>
            </a:r>
            <a:r>
              <a:rPr lang="ko-KR" altLang="en-US" dirty="0" err="1"/>
              <a:t>궁극기</a:t>
            </a:r>
            <a:endParaRPr lang="ko-KR" altLang="en-US" dirty="0"/>
          </a:p>
        </p:txBody>
      </p:sp>
      <p:cxnSp>
        <p:nvCxnSpPr>
          <p:cNvPr id="127" name="직선 화살표 연결선 126">
            <a:extLst>
              <a:ext uri="{FF2B5EF4-FFF2-40B4-BE49-F238E27FC236}">
                <a16:creationId xmlns:a16="http://schemas.microsoft.com/office/drawing/2014/main" id="{9A57BDF8-0979-430B-AA10-4D2B14CFF2A7}"/>
              </a:ext>
            </a:extLst>
          </p:cNvPr>
          <p:cNvCxnSpPr>
            <a:cxnSpLocks/>
          </p:cNvCxnSpPr>
          <p:nvPr/>
        </p:nvCxnSpPr>
        <p:spPr>
          <a:xfrm flipV="1">
            <a:off x="2387309" y="2006146"/>
            <a:ext cx="309642" cy="68049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Google Shape;334;p15">
            <a:extLst>
              <a:ext uri="{FF2B5EF4-FFF2-40B4-BE49-F238E27FC236}">
                <a16:creationId xmlns:a16="http://schemas.microsoft.com/office/drawing/2014/main" id="{371F752E-A428-42F3-BDE8-DAB22062E836}"/>
              </a:ext>
            </a:extLst>
          </p:cNvPr>
          <p:cNvSpPr/>
          <p:nvPr/>
        </p:nvSpPr>
        <p:spPr>
          <a:xfrm flipV="1">
            <a:off x="988620" y="3867026"/>
            <a:ext cx="180000" cy="180000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9" name="Google Shape;334;p15">
            <a:extLst>
              <a:ext uri="{FF2B5EF4-FFF2-40B4-BE49-F238E27FC236}">
                <a16:creationId xmlns:a16="http://schemas.microsoft.com/office/drawing/2014/main" id="{C40AE410-6968-49B6-9612-DB5074C895E5}"/>
              </a:ext>
            </a:extLst>
          </p:cNvPr>
          <p:cNvSpPr/>
          <p:nvPr/>
        </p:nvSpPr>
        <p:spPr>
          <a:xfrm flipV="1">
            <a:off x="1168535" y="3867026"/>
            <a:ext cx="180000" cy="180000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0" name="Google Shape;334;p15">
            <a:extLst>
              <a:ext uri="{FF2B5EF4-FFF2-40B4-BE49-F238E27FC236}">
                <a16:creationId xmlns:a16="http://schemas.microsoft.com/office/drawing/2014/main" id="{D8B1DB6B-3DAF-4E9E-9F61-869019C5A844}"/>
              </a:ext>
            </a:extLst>
          </p:cNvPr>
          <p:cNvSpPr/>
          <p:nvPr/>
        </p:nvSpPr>
        <p:spPr>
          <a:xfrm flipV="1">
            <a:off x="1348441" y="3867026"/>
            <a:ext cx="180000" cy="180000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1" name="Google Shape;334;p15">
            <a:extLst>
              <a:ext uri="{FF2B5EF4-FFF2-40B4-BE49-F238E27FC236}">
                <a16:creationId xmlns:a16="http://schemas.microsoft.com/office/drawing/2014/main" id="{AD5A5F44-3500-470F-B491-EB9D1C4A8543}"/>
              </a:ext>
            </a:extLst>
          </p:cNvPr>
          <p:cNvSpPr/>
          <p:nvPr/>
        </p:nvSpPr>
        <p:spPr>
          <a:xfrm flipV="1">
            <a:off x="2977210" y="3867026"/>
            <a:ext cx="180000" cy="180000"/>
          </a:xfrm>
          <a:prstGeom prst="rect">
            <a:avLst/>
          </a:prstGeom>
          <a:solidFill>
            <a:schemeClr val="accent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2" name="Google Shape;334;p15">
            <a:extLst>
              <a:ext uri="{FF2B5EF4-FFF2-40B4-BE49-F238E27FC236}">
                <a16:creationId xmlns:a16="http://schemas.microsoft.com/office/drawing/2014/main" id="{29A8C212-8379-4A1B-BF08-12290E3DDE38}"/>
              </a:ext>
            </a:extLst>
          </p:cNvPr>
          <p:cNvSpPr/>
          <p:nvPr/>
        </p:nvSpPr>
        <p:spPr>
          <a:xfrm flipV="1">
            <a:off x="3157125" y="3867026"/>
            <a:ext cx="180000" cy="180000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3" name="Google Shape;334;p15">
            <a:extLst>
              <a:ext uri="{FF2B5EF4-FFF2-40B4-BE49-F238E27FC236}">
                <a16:creationId xmlns:a16="http://schemas.microsoft.com/office/drawing/2014/main" id="{3B66C954-3427-465C-A801-C4344E035F10}"/>
              </a:ext>
            </a:extLst>
          </p:cNvPr>
          <p:cNvSpPr/>
          <p:nvPr/>
        </p:nvSpPr>
        <p:spPr>
          <a:xfrm flipV="1">
            <a:off x="3337031" y="3867026"/>
            <a:ext cx="180000" cy="180000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4" name="Google Shape;334;p15">
            <a:extLst>
              <a:ext uri="{FF2B5EF4-FFF2-40B4-BE49-F238E27FC236}">
                <a16:creationId xmlns:a16="http://schemas.microsoft.com/office/drawing/2014/main" id="{CA0D4336-3AC9-49F3-B954-E361D828F8F7}"/>
              </a:ext>
            </a:extLst>
          </p:cNvPr>
          <p:cNvSpPr/>
          <p:nvPr/>
        </p:nvSpPr>
        <p:spPr>
          <a:xfrm flipV="1">
            <a:off x="3513182" y="3867026"/>
            <a:ext cx="180000" cy="180000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5" name="Google Shape;334;p15">
            <a:extLst>
              <a:ext uri="{FF2B5EF4-FFF2-40B4-BE49-F238E27FC236}">
                <a16:creationId xmlns:a16="http://schemas.microsoft.com/office/drawing/2014/main" id="{F282A70F-41AB-402C-AEBD-ADC4DA6A1BCC}"/>
              </a:ext>
            </a:extLst>
          </p:cNvPr>
          <p:cNvSpPr/>
          <p:nvPr/>
        </p:nvSpPr>
        <p:spPr>
          <a:xfrm flipV="1">
            <a:off x="5157990" y="3867026"/>
            <a:ext cx="180000" cy="180000"/>
          </a:xfrm>
          <a:prstGeom prst="rect">
            <a:avLst/>
          </a:prstGeom>
          <a:solidFill>
            <a:schemeClr val="accent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6" name="Google Shape;334;p15">
            <a:extLst>
              <a:ext uri="{FF2B5EF4-FFF2-40B4-BE49-F238E27FC236}">
                <a16:creationId xmlns:a16="http://schemas.microsoft.com/office/drawing/2014/main" id="{DAAF5768-EC4C-4843-8257-E637E0E008CF}"/>
              </a:ext>
            </a:extLst>
          </p:cNvPr>
          <p:cNvSpPr/>
          <p:nvPr/>
        </p:nvSpPr>
        <p:spPr>
          <a:xfrm flipV="1">
            <a:off x="5337905" y="3867026"/>
            <a:ext cx="180000" cy="180000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7" name="Google Shape;334;p15">
            <a:extLst>
              <a:ext uri="{FF2B5EF4-FFF2-40B4-BE49-F238E27FC236}">
                <a16:creationId xmlns:a16="http://schemas.microsoft.com/office/drawing/2014/main" id="{BFE7CD16-83D9-4861-A74E-8CC3B3EE6BA4}"/>
              </a:ext>
            </a:extLst>
          </p:cNvPr>
          <p:cNvSpPr/>
          <p:nvPr/>
        </p:nvSpPr>
        <p:spPr>
          <a:xfrm>
            <a:off x="838201" y="3794366"/>
            <a:ext cx="5043854" cy="325320"/>
          </a:xfrm>
          <a:prstGeom prst="rect">
            <a:avLst/>
          </a:prstGeom>
          <a:noFill/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578ECC94-F05A-43DE-AA81-3AA30575336B}"/>
              </a:ext>
            </a:extLst>
          </p:cNvPr>
          <p:cNvSpPr txBox="1"/>
          <p:nvPr/>
        </p:nvSpPr>
        <p:spPr>
          <a:xfrm>
            <a:off x="6500756" y="3486589"/>
            <a:ext cx="11817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/>
              <a:t>궁극기</a:t>
            </a:r>
            <a:r>
              <a:rPr lang="ko-KR" altLang="en-US" dirty="0"/>
              <a:t> 스택 </a:t>
            </a:r>
          </a:p>
        </p:txBody>
      </p:sp>
      <p:cxnSp>
        <p:nvCxnSpPr>
          <p:cNvPr id="139" name="직선 화살표 연결선 138">
            <a:extLst>
              <a:ext uri="{FF2B5EF4-FFF2-40B4-BE49-F238E27FC236}">
                <a16:creationId xmlns:a16="http://schemas.microsoft.com/office/drawing/2014/main" id="{135B0DA8-247C-4808-96C9-74D435B5227A}"/>
              </a:ext>
            </a:extLst>
          </p:cNvPr>
          <p:cNvCxnSpPr>
            <a:cxnSpLocks/>
            <a:stCxn id="137" idx="3"/>
          </p:cNvCxnSpPr>
          <p:nvPr/>
        </p:nvCxnSpPr>
        <p:spPr>
          <a:xfrm flipV="1">
            <a:off x="5882055" y="3794366"/>
            <a:ext cx="704971" cy="16266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03479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ko-KR" altLang="en-US" dirty="0"/>
              <a:t>아군 </a:t>
            </a:r>
            <a:r>
              <a:rPr lang="ko-KR" altLang="en-US" dirty="0" err="1"/>
              <a:t>궁극기</a:t>
            </a:r>
            <a:endParaRPr dirty="0"/>
          </a:p>
        </p:txBody>
      </p:sp>
      <p:sp>
        <p:nvSpPr>
          <p:cNvPr id="20" name="Google Shape;125;p4">
            <a:extLst>
              <a:ext uri="{FF2B5EF4-FFF2-40B4-BE49-F238E27FC236}">
                <a16:creationId xmlns:a16="http://schemas.microsoft.com/office/drawing/2014/main" id="{C1E65496-C506-4A2C-81F3-8C3A46380FAB}"/>
              </a:ext>
            </a:extLst>
          </p:cNvPr>
          <p:cNvSpPr txBox="1"/>
          <p:nvPr/>
        </p:nvSpPr>
        <p:spPr>
          <a:xfrm>
            <a:off x="387109" y="5315099"/>
            <a:ext cx="10678851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일정 스택이 쌓이면 스택을 초기화하고 궁극기가 카드 형태로 손 </a:t>
            </a:r>
            <a:r>
              <a:rPr lang="ko-KR" altLang="en-US" dirty="0" err="1"/>
              <a:t>덱에</a:t>
            </a:r>
            <a:r>
              <a:rPr lang="ko-KR" altLang="en-US" dirty="0"/>
              <a:t> 들어온다</a:t>
            </a:r>
            <a:r>
              <a:rPr lang="en-US" altLang="ko-KR" dirty="0"/>
              <a:t>.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스택으로 얻은 </a:t>
            </a:r>
            <a:r>
              <a:rPr lang="ko-KR" altLang="en-US" dirty="0" err="1"/>
              <a:t>궁극기</a:t>
            </a:r>
            <a:r>
              <a:rPr lang="ko-KR" altLang="en-US" dirty="0"/>
              <a:t> 카드는 사용해도 스택을 부여하지 않는다</a:t>
            </a:r>
            <a:r>
              <a:rPr lang="en-US" altLang="ko-KR" dirty="0"/>
              <a:t>.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</p:txBody>
      </p:sp>
      <p:sp>
        <p:nvSpPr>
          <p:cNvPr id="99" name="Google Shape;122;p4">
            <a:extLst>
              <a:ext uri="{FF2B5EF4-FFF2-40B4-BE49-F238E27FC236}">
                <a16:creationId xmlns:a16="http://schemas.microsoft.com/office/drawing/2014/main" id="{D55028DB-A9D6-43B4-BA3F-32FE973FF3D1}"/>
              </a:ext>
            </a:extLst>
          </p:cNvPr>
          <p:cNvSpPr/>
          <p:nvPr/>
        </p:nvSpPr>
        <p:spPr>
          <a:xfrm>
            <a:off x="989729" y="2593583"/>
            <a:ext cx="611659" cy="1025611"/>
          </a:xfrm>
          <a:prstGeom prst="ellipse">
            <a:avLst/>
          </a:prstGeom>
          <a:solidFill>
            <a:schemeClr val="accent6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EA3DE1F1-F5FB-4C4B-92B1-3AEFB8CEC0B2}"/>
              </a:ext>
            </a:extLst>
          </p:cNvPr>
          <p:cNvSpPr txBox="1"/>
          <p:nvPr/>
        </p:nvSpPr>
        <p:spPr>
          <a:xfrm>
            <a:off x="745715" y="2332092"/>
            <a:ext cx="13336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아군 캐릭터 </a:t>
            </a:r>
            <a:r>
              <a:rPr lang="en-US" altLang="ko-KR" sz="14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lang="ko-KR" altLang="en-US" sz="14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1" name="Google Shape;122;p4">
            <a:extLst>
              <a:ext uri="{FF2B5EF4-FFF2-40B4-BE49-F238E27FC236}">
                <a16:creationId xmlns:a16="http://schemas.microsoft.com/office/drawing/2014/main" id="{D05444C2-91C9-4C9E-8DCA-A4C738DE60BD}"/>
              </a:ext>
            </a:extLst>
          </p:cNvPr>
          <p:cNvSpPr/>
          <p:nvPr/>
        </p:nvSpPr>
        <p:spPr>
          <a:xfrm>
            <a:off x="2991523" y="2593583"/>
            <a:ext cx="611659" cy="1025611"/>
          </a:xfrm>
          <a:prstGeom prst="ellipse">
            <a:avLst/>
          </a:prstGeom>
          <a:solidFill>
            <a:schemeClr val="accent6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62B21589-D7D1-4C59-BA89-3FD8970FA32A}"/>
              </a:ext>
            </a:extLst>
          </p:cNvPr>
          <p:cNvSpPr txBox="1"/>
          <p:nvPr/>
        </p:nvSpPr>
        <p:spPr>
          <a:xfrm>
            <a:off x="2720967" y="2343978"/>
            <a:ext cx="13336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아군 캐릭터 </a:t>
            </a:r>
            <a:r>
              <a:rPr lang="en-US" altLang="ko-KR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lang="ko-KR" altLang="en-US" sz="14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3" name="Google Shape;122;p4">
            <a:extLst>
              <a:ext uri="{FF2B5EF4-FFF2-40B4-BE49-F238E27FC236}">
                <a16:creationId xmlns:a16="http://schemas.microsoft.com/office/drawing/2014/main" id="{BB7FD45A-9060-4EA2-B0EE-CA974F90BADE}"/>
              </a:ext>
            </a:extLst>
          </p:cNvPr>
          <p:cNvSpPr/>
          <p:nvPr/>
        </p:nvSpPr>
        <p:spPr>
          <a:xfrm>
            <a:off x="4993317" y="2593583"/>
            <a:ext cx="611659" cy="1025611"/>
          </a:xfrm>
          <a:prstGeom prst="ellipse">
            <a:avLst/>
          </a:prstGeom>
          <a:solidFill>
            <a:schemeClr val="accent6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ADC6CC4D-8D8E-45C2-A57D-8C39DBD2CE2E}"/>
              </a:ext>
            </a:extLst>
          </p:cNvPr>
          <p:cNvSpPr txBox="1"/>
          <p:nvPr/>
        </p:nvSpPr>
        <p:spPr>
          <a:xfrm>
            <a:off x="4761660" y="2332092"/>
            <a:ext cx="13336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아군 캐릭터 </a:t>
            </a:r>
            <a:r>
              <a:rPr lang="en-US" altLang="ko-KR" sz="14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lang="ko-KR" altLang="en-US" sz="14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8" name="Google Shape;334;p15">
            <a:extLst>
              <a:ext uri="{FF2B5EF4-FFF2-40B4-BE49-F238E27FC236}">
                <a16:creationId xmlns:a16="http://schemas.microsoft.com/office/drawing/2014/main" id="{371F752E-A428-42F3-BDE8-DAB22062E836}"/>
              </a:ext>
            </a:extLst>
          </p:cNvPr>
          <p:cNvSpPr/>
          <p:nvPr/>
        </p:nvSpPr>
        <p:spPr>
          <a:xfrm flipV="1">
            <a:off x="988620" y="3867026"/>
            <a:ext cx="180000" cy="180000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9" name="Google Shape;334;p15">
            <a:extLst>
              <a:ext uri="{FF2B5EF4-FFF2-40B4-BE49-F238E27FC236}">
                <a16:creationId xmlns:a16="http://schemas.microsoft.com/office/drawing/2014/main" id="{C40AE410-6968-49B6-9612-DB5074C895E5}"/>
              </a:ext>
            </a:extLst>
          </p:cNvPr>
          <p:cNvSpPr/>
          <p:nvPr/>
        </p:nvSpPr>
        <p:spPr>
          <a:xfrm flipV="1">
            <a:off x="1168535" y="3867026"/>
            <a:ext cx="180000" cy="180000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0" name="Google Shape;334;p15">
            <a:extLst>
              <a:ext uri="{FF2B5EF4-FFF2-40B4-BE49-F238E27FC236}">
                <a16:creationId xmlns:a16="http://schemas.microsoft.com/office/drawing/2014/main" id="{D8B1DB6B-3DAF-4E9E-9F61-869019C5A844}"/>
              </a:ext>
            </a:extLst>
          </p:cNvPr>
          <p:cNvSpPr/>
          <p:nvPr/>
        </p:nvSpPr>
        <p:spPr>
          <a:xfrm flipV="1">
            <a:off x="1348441" y="3867026"/>
            <a:ext cx="180000" cy="180000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1" name="Google Shape;334;p15">
            <a:extLst>
              <a:ext uri="{FF2B5EF4-FFF2-40B4-BE49-F238E27FC236}">
                <a16:creationId xmlns:a16="http://schemas.microsoft.com/office/drawing/2014/main" id="{AD5A5F44-3500-470F-B491-EB9D1C4A8543}"/>
              </a:ext>
            </a:extLst>
          </p:cNvPr>
          <p:cNvSpPr/>
          <p:nvPr/>
        </p:nvSpPr>
        <p:spPr>
          <a:xfrm flipV="1">
            <a:off x="2977210" y="3867026"/>
            <a:ext cx="180000" cy="180000"/>
          </a:xfrm>
          <a:prstGeom prst="rect">
            <a:avLst/>
          </a:prstGeom>
          <a:solidFill>
            <a:schemeClr val="accent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2" name="Google Shape;334;p15">
            <a:extLst>
              <a:ext uri="{FF2B5EF4-FFF2-40B4-BE49-F238E27FC236}">
                <a16:creationId xmlns:a16="http://schemas.microsoft.com/office/drawing/2014/main" id="{29A8C212-8379-4A1B-BF08-12290E3DDE38}"/>
              </a:ext>
            </a:extLst>
          </p:cNvPr>
          <p:cNvSpPr/>
          <p:nvPr/>
        </p:nvSpPr>
        <p:spPr>
          <a:xfrm flipV="1">
            <a:off x="3157125" y="3867026"/>
            <a:ext cx="180000" cy="180000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3" name="Google Shape;334;p15">
            <a:extLst>
              <a:ext uri="{FF2B5EF4-FFF2-40B4-BE49-F238E27FC236}">
                <a16:creationId xmlns:a16="http://schemas.microsoft.com/office/drawing/2014/main" id="{3B66C954-3427-465C-A801-C4344E035F10}"/>
              </a:ext>
            </a:extLst>
          </p:cNvPr>
          <p:cNvSpPr/>
          <p:nvPr/>
        </p:nvSpPr>
        <p:spPr>
          <a:xfrm flipV="1">
            <a:off x="3337031" y="3867026"/>
            <a:ext cx="180000" cy="180000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4" name="Google Shape;334;p15">
            <a:extLst>
              <a:ext uri="{FF2B5EF4-FFF2-40B4-BE49-F238E27FC236}">
                <a16:creationId xmlns:a16="http://schemas.microsoft.com/office/drawing/2014/main" id="{CA0D4336-3AC9-49F3-B954-E361D828F8F7}"/>
              </a:ext>
            </a:extLst>
          </p:cNvPr>
          <p:cNvSpPr/>
          <p:nvPr/>
        </p:nvSpPr>
        <p:spPr>
          <a:xfrm flipV="1">
            <a:off x="3513182" y="3867026"/>
            <a:ext cx="180000" cy="180000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5" name="Google Shape;334;p15">
            <a:extLst>
              <a:ext uri="{FF2B5EF4-FFF2-40B4-BE49-F238E27FC236}">
                <a16:creationId xmlns:a16="http://schemas.microsoft.com/office/drawing/2014/main" id="{F282A70F-41AB-402C-AEBD-ADC4DA6A1BCC}"/>
              </a:ext>
            </a:extLst>
          </p:cNvPr>
          <p:cNvSpPr/>
          <p:nvPr/>
        </p:nvSpPr>
        <p:spPr>
          <a:xfrm flipV="1">
            <a:off x="5157990" y="3867026"/>
            <a:ext cx="180000" cy="180000"/>
          </a:xfrm>
          <a:prstGeom prst="rect">
            <a:avLst/>
          </a:prstGeom>
          <a:solidFill>
            <a:schemeClr val="accent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6" name="Google Shape;334;p15">
            <a:extLst>
              <a:ext uri="{FF2B5EF4-FFF2-40B4-BE49-F238E27FC236}">
                <a16:creationId xmlns:a16="http://schemas.microsoft.com/office/drawing/2014/main" id="{DAAF5768-EC4C-4843-8257-E637E0E008CF}"/>
              </a:ext>
            </a:extLst>
          </p:cNvPr>
          <p:cNvSpPr/>
          <p:nvPr/>
        </p:nvSpPr>
        <p:spPr>
          <a:xfrm flipV="1">
            <a:off x="5337905" y="3867026"/>
            <a:ext cx="180000" cy="180000"/>
          </a:xfrm>
          <a:prstGeom prst="rect">
            <a:avLst/>
          </a:prstGeom>
          <a:solidFill>
            <a:schemeClr val="accent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" name="Google Shape;334;p15">
            <a:extLst>
              <a:ext uri="{FF2B5EF4-FFF2-40B4-BE49-F238E27FC236}">
                <a16:creationId xmlns:a16="http://schemas.microsoft.com/office/drawing/2014/main" id="{306E081C-C8E1-4E1F-B7CE-5CBE2BC2098D}"/>
              </a:ext>
            </a:extLst>
          </p:cNvPr>
          <p:cNvSpPr/>
          <p:nvPr/>
        </p:nvSpPr>
        <p:spPr>
          <a:xfrm>
            <a:off x="706515" y="2343978"/>
            <a:ext cx="8134743" cy="2771719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8" name="Google Shape;111;p3">
            <a:extLst>
              <a:ext uri="{FF2B5EF4-FFF2-40B4-BE49-F238E27FC236}">
                <a16:creationId xmlns:a16="http://schemas.microsoft.com/office/drawing/2014/main" id="{CE0759F7-C244-405E-9B5E-1477C13C7E5F}"/>
              </a:ext>
            </a:extLst>
          </p:cNvPr>
          <p:cNvSpPr/>
          <p:nvPr/>
        </p:nvSpPr>
        <p:spPr>
          <a:xfrm>
            <a:off x="7812240" y="3944988"/>
            <a:ext cx="914400" cy="106667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0" i="0" u="none" strike="noStrike" cap="none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카드</a:t>
            </a:r>
            <a:endParaRPr sz="1800" b="0" i="0" u="none" strike="noStrike" cap="none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0" i="0" u="none" strike="noStrike" cap="none" dirty="0" err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덱</a:t>
            </a:r>
            <a:endParaRPr sz="1800" b="0" i="0" u="none" strike="noStrike" cap="none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9" name="Google Shape;195;p7">
            <a:extLst>
              <a:ext uri="{FF2B5EF4-FFF2-40B4-BE49-F238E27FC236}">
                <a16:creationId xmlns:a16="http://schemas.microsoft.com/office/drawing/2014/main" id="{E8DE1604-1238-45F6-BBE3-E732AF8A009E}"/>
              </a:ext>
            </a:extLst>
          </p:cNvPr>
          <p:cNvSpPr/>
          <p:nvPr/>
        </p:nvSpPr>
        <p:spPr>
          <a:xfrm>
            <a:off x="1058008" y="4109413"/>
            <a:ext cx="611659" cy="7378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 A</a:t>
            </a:r>
            <a:endParaRPr sz="11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" name="Google Shape;196;p7">
            <a:extLst>
              <a:ext uri="{FF2B5EF4-FFF2-40B4-BE49-F238E27FC236}">
                <a16:creationId xmlns:a16="http://schemas.microsoft.com/office/drawing/2014/main" id="{7205650B-5A9B-4C79-B0E1-73458D41E1A8}"/>
              </a:ext>
            </a:extLst>
          </p:cNvPr>
          <p:cNvSpPr/>
          <p:nvPr/>
        </p:nvSpPr>
        <p:spPr>
          <a:xfrm>
            <a:off x="4954664" y="4109413"/>
            <a:ext cx="611659" cy="7378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</a:t>
            </a:r>
            <a:r>
              <a:rPr lang="en-US" alt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 A</a:t>
            </a:r>
            <a:endParaRPr sz="11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1" name="Google Shape;197;p7">
            <a:extLst>
              <a:ext uri="{FF2B5EF4-FFF2-40B4-BE49-F238E27FC236}">
                <a16:creationId xmlns:a16="http://schemas.microsoft.com/office/drawing/2014/main" id="{B146771B-92F5-461E-879C-9E9333C0E221}"/>
              </a:ext>
            </a:extLst>
          </p:cNvPr>
          <p:cNvSpPr/>
          <p:nvPr/>
        </p:nvSpPr>
        <p:spPr>
          <a:xfrm>
            <a:off x="3980500" y="4109413"/>
            <a:ext cx="611659" cy="737826"/>
          </a:xfrm>
          <a:prstGeom prst="rect">
            <a:avLst/>
          </a:prstGeom>
          <a:solidFill>
            <a:srgbClr val="4472C4"/>
          </a:solidFill>
          <a:ln w="6350" cap="flat" cmpd="sng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 </a:t>
            </a:r>
            <a:r>
              <a:rPr lang="ko-KR" sz="1100" dirty="0" err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B</a:t>
            </a:r>
            <a:endParaRPr sz="11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2" name="Google Shape;198;p7">
            <a:extLst>
              <a:ext uri="{FF2B5EF4-FFF2-40B4-BE49-F238E27FC236}">
                <a16:creationId xmlns:a16="http://schemas.microsoft.com/office/drawing/2014/main" id="{62B873FC-15E5-4A97-BF6E-31BC92BA7226}"/>
              </a:ext>
            </a:extLst>
          </p:cNvPr>
          <p:cNvSpPr/>
          <p:nvPr/>
        </p:nvSpPr>
        <p:spPr>
          <a:xfrm>
            <a:off x="3006336" y="4109414"/>
            <a:ext cx="611659" cy="737826"/>
          </a:xfrm>
          <a:prstGeom prst="rect">
            <a:avLst/>
          </a:prstGeom>
          <a:solidFill>
            <a:srgbClr val="4472C4"/>
          </a:solidFill>
          <a:ln w="6350" cap="flat" cmpd="sng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 </a:t>
            </a:r>
            <a:r>
              <a:rPr lang="en-US" alt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C</a:t>
            </a:r>
            <a:endParaRPr sz="11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3" name="Google Shape;199;p7">
            <a:extLst>
              <a:ext uri="{FF2B5EF4-FFF2-40B4-BE49-F238E27FC236}">
                <a16:creationId xmlns:a16="http://schemas.microsoft.com/office/drawing/2014/main" id="{EF432993-BD30-46C9-B858-8A095E1DF5B5}"/>
              </a:ext>
            </a:extLst>
          </p:cNvPr>
          <p:cNvSpPr/>
          <p:nvPr/>
        </p:nvSpPr>
        <p:spPr>
          <a:xfrm>
            <a:off x="2032172" y="4109413"/>
            <a:ext cx="611659" cy="7378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 A</a:t>
            </a:r>
            <a:endParaRPr sz="11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4" name="Google Shape;201;p7">
            <a:extLst>
              <a:ext uri="{FF2B5EF4-FFF2-40B4-BE49-F238E27FC236}">
                <a16:creationId xmlns:a16="http://schemas.microsoft.com/office/drawing/2014/main" id="{54B89E42-65AE-4C54-A542-242B0AC60734}"/>
              </a:ext>
            </a:extLst>
          </p:cNvPr>
          <p:cNvSpPr/>
          <p:nvPr/>
        </p:nvSpPr>
        <p:spPr>
          <a:xfrm>
            <a:off x="5928828" y="4109413"/>
            <a:ext cx="611659" cy="7378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 C</a:t>
            </a:r>
            <a:endParaRPr sz="11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5" name="Google Shape;201;p7">
            <a:extLst>
              <a:ext uri="{FF2B5EF4-FFF2-40B4-BE49-F238E27FC236}">
                <a16:creationId xmlns:a16="http://schemas.microsoft.com/office/drawing/2014/main" id="{DAA95978-BD72-458C-97E2-98CDABE065AA}"/>
              </a:ext>
            </a:extLst>
          </p:cNvPr>
          <p:cNvSpPr/>
          <p:nvPr/>
        </p:nvSpPr>
        <p:spPr>
          <a:xfrm>
            <a:off x="6902992" y="4109413"/>
            <a:ext cx="611659" cy="7378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dirty="0" err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궁극기</a:t>
            </a:r>
            <a:r>
              <a:rPr lang="ko-KR" altLang="en-US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alt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sz="11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F41FB199-22D7-4F01-AAAD-C4D77E1975EF}"/>
              </a:ext>
            </a:extLst>
          </p:cNvPr>
          <p:cNvCxnSpPr/>
          <p:nvPr/>
        </p:nvCxnSpPr>
        <p:spPr>
          <a:xfrm>
            <a:off x="5706208" y="3944988"/>
            <a:ext cx="29014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Google Shape;334;p15">
            <a:extLst>
              <a:ext uri="{FF2B5EF4-FFF2-40B4-BE49-F238E27FC236}">
                <a16:creationId xmlns:a16="http://schemas.microsoft.com/office/drawing/2014/main" id="{82A1186D-8683-4588-8E72-71E1744D2E7B}"/>
              </a:ext>
            </a:extLst>
          </p:cNvPr>
          <p:cNvSpPr/>
          <p:nvPr/>
        </p:nvSpPr>
        <p:spPr>
          <a:xfrm flipV="1">
            <a:off x="6107376" y="3894881"/>
            <a:ext cx="180000" cy="180000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9" name="Google Shape;334;p15">
            <a:extLst>
              <a:ext uri="{FF2B5EF4-FFF2-40B4-BE49-F238E27FC236}">
                <a16:creationId xmlns:a16="http://schemas.microsoft.com/office/drawing/2014/main" id="{35D32353-3681-4BF3-A863-378E6AE21777}"/>
              </a:ext>
            </a:extLst>
          </p:cNvPr>
          <p:cNvSpPr/>
          <p:nvPr/>
        </p:nvSpPr>
        <p:spPr>
          <a:xfrm flipV="1">
            <a:off x="6287291" y="3894881"/>
            <a:ext cx="180000" cy="180000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187178198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ko-KR" altLang="en-US" dirty="0"/>
              <a:t>적군 </a:t>
            </a:r>
            <a:r>
              <a:rPr lang="ko-KR" altLang="en-US" dirty="0" err="1"/>
              <a:t>궁극기</a:t>
            </a:r>
            <a:endParaRPr dirty="0"/>
          </a:p>
        </p:txBody>
      </p:sp>
      <p:sp>
        <p:nvSpPr>
          <p:cNvPr id="122" name="Google Shape;122;p4"/>
          <p:cNvSpPr/>
          <p:nvPr/>
        </p:nvSpPr>
        <p:spPr>
          <a:xfrm>
            <a:off x="559299" y="2544155"/>
            <a:ext cx="611659" cy="1025611"/>
          </a:xfrm>
          <a:prstGeom prst="ellipse">
            <a:avLst/>
          </a:prstGeom>
          <a:solidFill>
            <a:srgbClr val="7030A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559298" y="3708134"/>
            <a:ext cx="611659" cy="7378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 err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궁극기</a:t>
            </a:r>
            <a:r>
              <a:rPr lang="en-US" alt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9</a:t>
            </a:r>
            <a:endParaRPr sz="11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" name="Google Shape;125;p4">
            <a:extLst>
              <a:ext uri="{FF2B5EF4-FFF2-40B4-BE49-F238E27FC236}">
                <a16:creationId xmlns:a16="http://schemas.microsoft.com/office/drawing/2014/main" id="{C1E65496-C506-4A2C-81F3-8C3A46380FAB}"/>
              </a:ext>
            </a:extLst>
          </p:cNvPr>
          <p:cNvSpPr txBox="1"/>
          <p:nvPr/>
        </p:nvSpPr>
        <p:spPr>
          <a:xfrm>
            <a:off x="464123" y="5002309"/>
            <a:ext cx="7788722" cy="1384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각 보스 캐릭터의 사용 완료 된 스킬의 횟수를 집계하여 일정 횟수가 충족되면 궁극기가 활성화 된다</a:t>
            </a:r>
            <a:r>
              <a:rPr lang="en-US" altLang="ko-KR" dirty="0"/>
              <a:t>.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궁극기가 활성화 되면 바로 발동 한다</a:t>
            </a:r>
            <a:r>
              <a:rPr lang="en-US" altLang="ko-KR" dirty="0"/>
              <a:t>.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궁극기를 사용한 뒤부터 다시 횟수가 집계 된다</a:t>
            </a:r>
            <a:r>
              <a:rPr lang="en-US" altLang="ko-KR" dirty="0"/>
              <a:t>.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</p:txBody>
      </p:sp>
      <p:sp>
        <p:nvSpPr>
          <p:cNvPr id="22" name="Google Shape;122;p4">
            <a:extLst>
              <a:ext uri="{FF2B5EF4-FFF2-40B4-BE49-F238E27FC236}">
                <a16:creationId xmlns:a16="http://schemas.microsoft.com/office/drawing/2014/main" id="{EB806E25-A56B-4D28-8A29-A44CB2FCA859}"/>
              </a:ext>
            </a:extLst>
          </p:cNvPr>
          <p:cNvSpPr/>
          <p:nvPr/>
        </p:nvSpPr>
        <p:spPr>
          <a:xfrm>
            <a:off x="2561093" y="2544155"/>
            <a:ext cx="611659" cy="1025611"/>
          </a:xfrm>
          <a:prstGeom prst="ellipse">
            <a:avLst/>
          </a:prstGeom>
          <a:solidFill>
            <a:srgbClr val="7030A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3" name="Google Shape;124;p4">
            <a:extLst>
              <a:ext uri="{FF2B5EF4-FFF2-40B4-BE49-F238E27FC236}">
                <a16:creationId xmlns:a16="http://schemas.microsoft.com/office/drawing/2014/main" id="{BEF5D3A0-240E-4B63-9768-AD8AB1C870F9}"/>
              </a:ext>
            </a:extLst>
          </p:cNvPr>
          <p:cNvSpPr/>
          <p:nvPr/>
        </p:nvSpPr>
        <p:spPr>
          <a:xfrm>
            <a:off x="2561092" y="3708134"/>
            <a:ext cx="611659" cy="7378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 err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궁극기</a:t>
            </a:r>
            <a:r>
              <a:rPr lang="en-US" alt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99</a:t>
            </a:r>
            <a:endParaRPr sz="11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5" name="Google Shape;122;p4">
            <a:extLst>
              <a:ext uri="{FF2B5EF4-FFF2-40B4-BE49-F238E27FC236}">
                <a16:creationId xmlns:a16="http://schemas.microsoft.com/office/drawing/2014/main" id="{05B66AE0-BCAC-4D5E-8603-AB28E2AE5B18}"/>
              </a:ext>
            </a:extLst>
          </p:cNvPr>
          <p:cNvSpPr/>
          <p:nvPr/>
        </p:nvSpPr>
        <p:spPr>
          <a:xfrm>
            <a:off x="4562887" y="2544155"/>
            <a:ext cx="611659" cy="1025611"/>
          </a:xfrm>
          <a:prstGeom prst="ellipse">
            <a:avLst/>
          </a:prstGeom>
          <a:solidFill>
            <a:srgbClr val="7030A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" name="Google Shape;124;p4">
            <a:extLst>
              <a:ext uri="{FF2B5EF4-FFF2-40B4-BE49-F238E27FC236}">
                <a16:creationId xmlns:a16="http://schemas.microsoft.com/office/drawing/2014/main" id="{C0F260DE-8463-4709-BFB8-3F5284593D96}"/>
              </a:ext>
            </a:extLst>
          </p:cNvPr>
          <p:cNvSpPr/>
          <p:nvPr/>
        </p:nvSpPr>
        <p:spPr>
          <a:xfrm>
            <a:off x="4562886" y="3708134"/>
            <a:ext cx="611659" cy="7378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 err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궁극기</a:t>
            </a:r>
            <a:r>
              <a:rPr lang="en-US" alt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999</a:t>
            </a:r>
            <a:endParaRPr sz="11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2" name="Google Shape;334;p15">
            <a:extLst>
              <a:ext uri="{FF2B5EF4-FFF2-40B4-BE49-F238E27FC236}">
                <a16:creationId xmlns:a16="http://schemas.microsoft.com/office/drawing/2014/main" id="{6BE45FC3-A9BA-47F0-83D2-7334046936AA}"/>
              </a:ext>
            </a:extLst>
          </p:cNvPr>
          <p:cNvSpPr/>
          <p:nvPr/>
        </p:nvSpPr>
        <p:spPr>
          <a:xfrm>
            <a:off x="276086" y="2294550"/>
            <a:ext cx="5389484" cy="2615641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5" name="Google Shape;334;p15">
            <a:extLst>
              <a:ext uri="{FF2B5EF4-FFF2-40B4-BE49-F238E27FC236}">
                <a16:creationId xmlns:a16="http://schemas.microsoft.com/office/drawing/2014/main" id="{C9724FF6-8D9B-4292-AFB9-B9822CFA248B}"/>
              </a:ext>
            </a:extLst>
          </p:cNvPr>
          <p:cNvSpPr/>
          <p:nvPr/>
        </p:nvSpPr>
        <p:spPr>
          <a:xfrm flipV="1">
            <a:off x="605790" y="4579459"/>
            <a:ext cx="180000" cy="180000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6" name="Google Shape;334;p15">
            <a:extLst>
              <a:ext uri="{FF2B5EF4-FFF2-40B4-BE49-F238E27FC236}">
                <a16:creationId xmlns:a16="http://schemas.microsoft.com/office/drawing/2014/main" id="{5CED9FE0-516D-4218-B706-D93DBD21670E}"/>
              </a:ext>
            </a:extLst>
          </p:cNvPr>
          <p:cNvSpPr/>
          <p:nvPr/>
        </p:nvSpPr>
        <p:spPr>
          <a:xfrm flipV="1">
            <a:off x="785705" y="4579459"/>
            <a:ext cx="180000" cy="180000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7" name="Google Shape;334;p15">
            <a:extLst>
              <a:ext uri="{FF2B5EF4-FFF2-40B4-BE49-F238E27FC236}">
                <a16:creationId xmlns:a16="http://schemas.microsoft.com/office/drawing/2014/main" id="{6634EE28-03EE-4E9C-B7C7-CC0936C55C58}"/>
              </a:ext>
            </a:extLst>
          </p:cNvPr>
          <p:cNvSpPr/>
          <p:nvPr/>
        </p:nvSpPr>
        <p:spPr>
          <a:xfrm flipV="1">
            <a:off x="965611" y="4579459"/>
            <a:ext cx="180000" cy="180000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9" name="Google Shape;334;p15">
            <a:extLst>
              <a:ext uri="{FF2B5EF4-FFF2-40B4-BE49-F238E27FC236}">
                <a16:creationId xmlns:a16="http://schemas.microsoft.com/office/drawing/2014/main" id="{2D2920E8-B14A-42E5-9686-029688443787}"/>
              </a:ext>
            </a:extLst>
          </p:cNvPr>
          <p:cNvSpPr/>
          <p:nvPr/>
        </p:nvSpPr>
        <p:spPr>
          <a:xfrm flipV="1">
            <a:off x="2514891" y="4579459"/>
            <a:ext cx="180000" cy="180000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0" name="Google Shape;334;p15">
            <a:extLst>
              <a:ext uri="{FF2B5EF4-FFF2-40B4-BE49-F238E27FC236}">
                <a16:creationId xmlns:a16="http://schemas.microsoft.com/office/drawing/2014/main" id="{2648A013-3FC4-4EA6-B55A-B3C7001AFB20}"/>
              </a:ext>
            </a:extLst>
          </p:cNvPr>
          <p:cNvSpPr/>
          <p:nvPr/>
        </p:nvSpPr>
        <p:spPr>
          <a:xfrm flipV="1">
            <a:off x="2694806" y="4579459"/>
            <a:ext cx="180000" cy="180000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1" name="Google Shape;334;p15">
            <a:extLst>
              <a:ext uri="{FF2B5EF4-FFF2-40B4-BE49-F238E27FC236}">
                <a16:creationId xmlns:a16="http://schemas.microsoft.com/office/drawing/2014/main" id="{4E093B86-01D6-4F06-872F-FE63A8923D72}"/>
              </a:ext>
            </a:extLst>
          </p:cNvPr>
          <p:cNvSpPr/>
          <p:nvPr/>
        </p:nvSpPr>
        <p:spPr>
          <a:xfrm flipV="1">
            <a:off x="2874712" y="4579459"/>
            <a:ext cx="180000" cy="180000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2" name="Google Shape;334;p15">
            <a:extLst>
              <a:ext uri="{FF2B5EF4-FFF2-40B4-BE49-F238E27FC236}">
                <a16:creationId xmlns:a16="http://schemas.microsoft.com/office/drawing/2014/main" id="{F9EC60ED-AB60-4A46-A6BA-94CA446DBCF3}"/>
              </a:ext>
            </a:extLst>
          </p:cNvPr>
          <p:cNvSpPr/>
          <p:nvPr/>
        </p:nvSpPr>
        <p:spPr>
          <a:xfrm flipV="1">
            <a:off x="3050863" y="4578582"/>
            <a:ext cx="180000" cy="180000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3" name="Google Shape;334;p15">
            <a:extLst>
              <a:ext uri="{FF2B5EF4-FFF2-40B4-BE49-F238E27FC236}">
                <a16:creationId xmlns:a16="http://schemas.microsoft.com/office/drawing/2014/main" id="{9975DCDA-6D99-4E7F-B70B-8213DC0EB155}"/>
              </a:ext>
            </a:extLst>
          </p:cNvPr>
          <p:cNvSpPr/>
          <p:nvPr/>
        </p:nvSpPr>
        <p:spPr>
          <a:xfrm flipV="1">
            <a:off x="4690049" y="4573058"/>
            <a:ext cx="180000" cy="180000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4" name="Google Shape;334;p15">
            <a:extLst>
              <a:ext uri="{FF2B5EF4-FFF2-40B4-BE49-F238E27FC236}">
                <a16:creationId xmlns:a16="http://schemas.microsoft.com/office/drawing/2014/main" id="{C421F4E3-38F0-4BCF-9620-FFCBDCC99799}"/>
              </a:ext>
            </a:extLst>
          </p:cNvPr>
          <p:cNvSpPr/>
          <p:nvPr/>
        </p:nvSpPr>
        <p:spPr>
          <a:xfrm flipV="1">
            <a:off x="4869964" y="4573058"/>
            <a:ext cx="180000" cy="180000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5" name="Google Shape;122;p4">
            <a:extLst>
              <a:ext uri="{FF2B5EF4-FFF2-40B4-BE49-F238E27FC236}">
                <a16:creationId xmlns:a16="http://schemas.microsoft.com/office/drawing/2014/main" id="{EAA78B3A-9127-47B3-8BEB-57318A75F0D6}"/>
              </a:ext>
            </a:extLst>
          </p:cNvPr>
          <p:cNvSpPr/>
          <p:nvPr/>
        </p:nvSpPr>
        <p:spPr>
          <a:xfrm>
            <a:off x="6522542" y="2556041"/>
            <a:ext cx="611659" cy="1025611"/>
          </a:xfrm>
          <a:prstGeom prst="ellipse">
            <a:avLst/>
          </a:prstGeom>
          <a:solidFill>
            <a:srgbClr val="7030A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6" name="Google Shape;124;p4">
            <a:extLst>
              <a:ext uri="{FF2B5EF4-FFF2-40B4-BE49-F238E27FC236}">
                <a16:creationId xmlns:a16="http://schemas.microsoft.com/office/drawing/2014/main" id="{4D780A20-C79A-4C35-9FAA-EC6303C1A074}"/>
              </a:ext>
            </a:extLst>
          </p:cNvPr>
          <p:cNvSpPr/>
          <p:nvPr/>
        </p:nvSpPr>
        <p:spPr>
          <a:xfrm>
            <a:off x="6522541" y="3720020"/>
            <a:ext cx="611659" cy="7378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 err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궁극기</a:t>
            </a:r>
            <a:r>
              <a:rPr lang="en-US" alt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9</a:t>
            </a:r>
            <a:endParaRPr sz="11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8" name="Google Shape;122;p4">
            <a:extLst>
              <a:ext uri="{FF2B5EF4-FFF2-40B4-BE49-F238E27FC236}">
                <a16:creationId xmlns:a16="http://schemas.microsoft.com/office/drawing/2014/main" id="{2E849FE7-CEAE-4F15-B4FA-5296216AFCAF}"/>
              </a:ext>
            </a:extLst>
          </p:cNvPr>
          <p:cNvSpPr/>
          <p:nvPr/>
        </p:nvSpPr>
        <p:spPr>
          <a:xfrm>
            <a:off x="8524336" y="2556041"/>
            <a:ext cx="611659" cy="1025611"/>
          </a:xfrm>
          <a:prstGeom prst="ellipse">
            <a:avLst/>
          </a:prstGeom>
          <a:solidFill>
            <a:srgbClr val="7030A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1" name="Google Shape;124;p4">
            <a:extLst>
              <a:ext uri="{FF2B5EF4-FFF2-40B4-BE49-F238E27FC236}">
                <a16:creationId xmlns:a16="http://schemas.microsoft.com/office/drawing/2014/main" id="{C36DA36B-DEF5-46E4-910E-CF4E4D552F7B}"/>
              </a:ext>
            </a:extLst>
          </p:cNvPr>
          <p:cNvSpPr/>
          <p:nvPr/>
        </p:nvSpPr>
        <p:spPr>
          <a:xfrm>
            <a:off x="8524335" y="3720020"/>
            <a:ext cx="611659" cy="7378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 err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궁극기</a:t>
            </a:r>
            <a:r>
              <a:rPr lang="en-US" alt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99</a:t>
            </a:r>
            <a:endParaRPr sz="11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3" name="Google Shape;122;p4">
            <a:extLst>
              <a:ext uri="{FF2B5EF4-FFF2-40B4-BE49-F238E27FC236}">
                <a16:creationId xmlns:a16="http://schemas.microsoft.com/office/drawing/2014/main" id="{D4957932-A3C0-4C3B-A6E2-5AA4C6C9B59D}"/>
              </a:ext>
            </a:extLst>
          </p:cNvPr>
          <p:cNvSpPr/>
          <p:nvPr/>
        </p:nvSpPr>
        <p:spPr>
          <a:xfrm>
            <a:off x="10526130" y="2556041"/>
            <a:ext cx="611659" cy="1025611"/>
          </a:xfrm>
          <a:prstGeom prst="ellipse">
            <a:avLst/>
          </a:prstGeom>
          <a:solidFill>
            <a:srgbClr val="7030A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5" name="Google Shape;124;p4">
            <a:extLst>
              <a:ext uri="{FF2B5EF4-FFF2-40B4-BE49-F238E27FC236}">
                <a16:creationId xmlns:a16="http://schemas.microsoft.com/office/drawing/2014/main" id="{EDF13243-CA04-4AD0-9A9E-141C02CECD5D}"/>
              </a:ext>
            </a:extLst>
          </p:cNvPr>
          <p:cNvSpPr/>
          <p:nvPr/>
        </p:nvSpPr>
        <p:spPr>
          <a:xfrm>
            <a:off x="10526129" y="3720020"/>
            <a:ext cx="611659" cy="7378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 err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궁극기</a:t>
            </a:r>
            <a:r>
              <a:rPr lang="en-US" alt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999</a:t>
            </a:r>
            <a:endParaRPr sz="11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7" name="Google Shape;334;p15">
            <a:extLst>
              <a:ext uri="{FF2B5EF4-FFF2-40B4-BE49-F238E27FC236}">
                <a16:creationId xmlns:a16="http://schemas.microsoft.com/office/drawing/2014/main" id="{6C6C7741-B631-48C8-8DFA-B4A8C32A95F3}"/>
              </a:ext>
            </a:extLst>
          </p:cNvPr>
          <p:cNvSpPr/>
          <p:nvPr/>
        </p:nvSpPr>
        <p:spPr>
          <a:xfrm>
            <a:off x="6239329" y="2306436"/>
            <a:ext cx="5389484" cy="2615641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8" name="Google Shape;334;p15">
            <a:extLst>
              <a:ext uri="{FF2B5EF4-FFF2-40B4-BE49-F238E27FC236}">
                <a16:creationId xmlns:a16="http://schemas.microsoft.com/office/drawing/2014/main" id="{272A82E7-5E20-4C56-AE3F-72AEBFDB70D0}"/>
              </a:ext>
            </a:extLst>
          </p:cNvPr>
          <p:cNvSpPr/>
          <p:nvPr/>
        </p:nvSpPr>
        <p:spPr>
          <a:xfrm flipV="1">
            <a:off x="6569033" y="4591345"/>
            <a:ext cx="180000" cy="180000"/>
          </a:xfrm>
          <a:prstGeom prst="rect">
            <a:avLst/>
          </a:prstGeom>
          <a:solidFill>
            <a:schemeClr val="accent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9" name="Google Shape;334;p15">
            <a:extLst>
              <a:ext uri="{FF2B5EF4-FFF2-40B4-BE49-F238E27FC236}">
                <a16:creationId xmlns:a16="http://schemas.microsoft.com/office/drawing/2014/main" id="{0A0365B7-B7CD-4051-B2E5-2E11BE7FA5DD}"/>
              </a:ext>
            </a:extLst>
          </p:cNvPr>
          <p:cNvSpPr/>
          <p:nvPr/>
        </p:nvSpPr>
        <p:spPr>
          <a:xfrm flipV="1">
            <a:off x="6748948" y="4591345"/>
            <a:ext cx="180000" cy="180000"/>
          </a:xfrm>
          <a:prstGeom prst="rect">
            <a:avLst/>
          </a:prstGeom>
          <a:solidFill>
            <a:schemeClr val="accent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0" name="Google Shape;334;p15">
            <a:extLst>
              <a:ext uri="{FF2B5EF4-FFF2-40B4-BE49-F238E27FC236}">
                <a16:creationId xmlns:a16="http://schemas.microsoft.com/office/drawing/2014/main" id="{7C3057BF-9F4A-4EBD-A165-7F0D8C280346}"/>
              </a:ext>
            </a:extLst>
          </p:cNvPr>
          <p:cNvSpPr/>
          <p:nvPr/>
        </p:nvSpPr>
        <p:spPr>
          <a:xfrm flipV="1">
            <a:off x="6928854" y="4591345"/>
            <a:ext cx="180000" cy="180000"/>
          </a:xfrm>
          <a:prstGeom prst="rect">
            <a:avLst/>
          </a:prstGeom>
          <a:solidFill>
            <a:schemeClr val="accent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1" name="Google Shape;334;p15">
            <a:extLst>
              <a:ext uri="{FF2B5EF4-FFF2-40B4-BE49-F238E27FC236}">
                <a16:creationId xmlns:a16="http://schemas.microsoft.com/office/drawing/2014/main" id="{E3A3A948-A914-475B-9078-0F0B659622AD}"/>
              </a:ext>
            </a:extLst>
          </p:cNvPr>
          <p:cNvSpPr/>
          <p:nvPr/>
        </p:nvSpPr>
        <p:spPr>
          <a:xfrm flipV="1">
            <a:off x="8478134" y="4591345"/>
            <a:ext cx="180000" cy="180000"/>
          </a:xfrm>
          <a:prstGeom prst="rect">
            <a:avLst/>
          </a:prstGeom>
          <a:solidFill>
            <a:schemeClr val="accent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2" name="Google Shape;334;p15">
            <a:extLst>
              <a:ext uri="{FF2B5EF4-FFF2-40B4-BE49-F238E27FC236}">
                <a16:creationId xmlns:a16="http://schemas.microsoft.com/office/drawing/2014/main" id="{9DE89979-3315-4C89-8232-B2CE879EF5E0}"/>
              </a:ext>
            </a:extLst>
          </p:cNvPr>
          <p:cNvSpPr/>
          <p:nvPr/>
        </p:nvSpPr>
        <p:spPr>
          <a:xfrm flipV="1">
            <a:off x="8658049" y="4591345"/>
            <a:ext cx="180000" cy="180000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3" name="Google Shape;334;p15">
            <a:extLst>
              <a:ext uri="{FF2B5EF4-FFF2-40B4-BE49-F238E27FC236}">
                <a16:creationId xmlns:a16="http://schemas.microsoft.com/office/drawing/2014/main" id="{134F3A2F-27B8-4CB0-9CFE-CAFF2454ECFC}"/>
              </a:ext>
            </a:extLst>
          </p:cNvPr>
          <p:cNvSpPr/>
          <p:nvPr/>
        </p:nvSpPr>
        <p:spPr>
          <a:xfrm flipV="1">
            <a:off x="8837955" y="4591345"/>
            <a:ext cx="180000" cy="180000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4" name="Google Shape;334;p15">
            <a:extLst>
              <a:ext uri="{FF2B5EF4-FFF2-40B4-BE49-F238E27FC236}">
                <a16:creationId xmlns:a16="http://schemas.microsoft.com/office/drawing/2014/main" id="{26D2F191-5140-431C-8E80-7440FC9B0C92}"/>
              </a:ext>
            </a:extLst>
          </p:cNvPr>
          <p:cNvSpPr/>
          <p:nvPr/>
        </p:nvSpPr>
        <p:spPr>
          <a:xfrm flipV="1">
            <a:off x="9014106" y="4590468"/>
            <a:ext cx="180000" cy="180000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5" name="Google Shape;334;p15">
            <a:extLst>
              <a:ext uri="{FF2B5EF4-FFF2-40B4-BE49-F238E27FC236}">
                <a16:creationId xmlns:a16="http://schemas.microsoft.com/office/drawing/2014/main" id="{ADFE5508-0485-4F7D-B498-0C7FFCEC20F0}"/>
              </a:ext>
            </a:extLst>
          </p:cNvPr>
          <p:cNvSpPr/>
          <p:nvPr/>
        </p:nvSpPr>
        <p:spPr>
          <a:xfrm flipV="1">
            <a:off x="10653292" y="4584944"/>
            <a:ext cx="180000" cy="180000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6" name="Google Shape;334;p15">
            <a:extLst>
              <a:ext uri="{FF2B5EF4-FFF2-40B4-BE49-F238E27FC236}">
                <a16:creationId xmlns:a16="http://schemas.microsoft.com/office/drawing/2014/main" id="{042ABD80-4E2E-4CDD-AFE5-5B2630C681F9}"/>
              </a:ext>
            </a:extLst>
          </p:cNvPr>
          <p:cNvSpPr/>
          <p:nvPr/>
        </p:nvSpPr>
        <p:spPr>
          <a:xfrm flipV="1">
            <a:off x="10833207" y="4584944"/>
            <a:ext cx="180000" cy="180000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7" name="Google Shape;123;p4">
            <a:extLst>
              <a:ext uri="{FF2B5EF4-FFF2-40B4-BE49-F238E27FC236}">
                <a16:creationId xmlns:a16="http://schemas.microsoft.com/office/drawing/2014/main" id="{A2C2E89B-F4F7-4305-B5BF-89B1579E7DB9}"/>
              </a:ext>
            </a:extLst>
          </p:cNvPr>
          <p:cNvSpPr/>
          <p:nvPr/>
        </p:nvSpPr>
        <p:spPr>
          <a:xfrm>
            <a:off x="1307663" y="2753870"/>
            <a:ext cx="394612" cy="433748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 </a:t>
            </a:r>
            <a:r>
              <a:rPr lang="en-US" altLang="ko-KR" sz="8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Z</a:t>
            </a:r>
            <a:endParaRPr sz="8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8" name="Google Shape;123;p4">
            <a:extLst>
              <a:ext uri="{FF2B5EF4-FFF2-40B4-BE49-F238E27FC236}">
                <a16:creationId xmlns:a16="http://schemas.microsoft.com/office/drawing/2014/main" id="{D87D4FDA-7865-48B8-943B-DEE6C13AA3B7}"/>
              </a:ext>
            </a:extLst>
          </p:cNvPr>
          <p:cNvSpPr/>
          <p:nvPr/>
        </p:nvSpPr>
        <p:spPr>
          <a:xfrm>
            <a:off x="1762074" y="2753870"/>
            <a:ext cx="394612" cy="433748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</a:t>
            </a:r>
            <a:r>
              <a:rPr lang="en-US" altLang="ko-KR" sz="8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Z</a:t>
            </a:r>
            <a:endParaRPr sz="8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9" name="Google Shape;123;p4">
            <a:extLst>
              <a:ext uri="{FF2B5EF4-FFF2-40B4-BE49-F238E27FC236}">
                <a16:creationId xmlns:a16="http://schemas.microsoft.com/office/drawing/2014/main" id="{85682B84-75DB-4178-A79E-3AD1265E0FEB}"/>
              </a:ext>
            </a:extLst>
          </p:cNvPr>
          <p:cNvSpPr/>
          <p:nvPr/>
        </p:nvSpPr>
        <p:spPr>
          <a:xfrm>
            <a:off x="1302597" y="3225370"/>
            <a:ext cx="394612" cy="433748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 </a:t>
            </a:r>
            <a:r>
              <a:rPr lang="en-US" altLang="ko-KR" sz="8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Z</a:t>
            </a:r>
            <a:endParaRPr sz="8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0" name="Google Shape;334;p15">
            <a:extLst>
              <a:ext uri="{FF2B5EF4-FFF2-40B4-BE49-F238E27FC236}">
                <a16:creationId xmlns:a16="http://schemas.microsoft.com/office/drawing/2014/main" id="{18A21EA1-7FF4-4296-87B1-143C5E88BF37}"/>
              </a:ext>
            </a:extLst>
          </p:cNvPr>
          <p:cNvSpPr/>
          <p:nvPr/>
        </p:nvSpPr>
        <p:spPr>
          <a:xfrm>
            <a:off x="1258473" y="2644372"/>
            <a:ext cx="972485" cy="1075648"/>
          </a:xfrm>
          <a:prstGeom prst="rect">
            <a:avLst/>
          </a:prstGeom>
          <a:noFill/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46F0AA-946F-469C-B44D-977E37588859}"/>
              </a:ext>
            </a:extLst>
          </p:cNvPr>
          <p:cNvSpPr txBox="1"/>
          <p:nvPr/>
        </p:nvSpPr>
        <p:spPr>
          <a:xfrm>
            <a:off x="1792834" y="1644217"/>
            <a:ext cx="11320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사용한 스킬</a:t>
            </a:r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F1EBF006-F4FA-4177-AE6A-2A76B79A0F3F}"/>
              </a:ext>
            </a:extLst>
          </p:cNvPr>
          <p:cNvCxnSpPr>
            <a:cxnSpLocks/>
            <a:stCxn id="80" idx="0"/>
          </p:cNvCxnSpPr>
          <p:nvPr/>
        </p:nvCxnSpPr>
        <p:spPr>
          <a:xfrm flipV="1">
            <a:off x="1744716" y="1963880"/>
            <a:ext cx="309642" cy="68049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CF802DE9-67E1-4ED6-B7A2-861D07992086}"/>
              </a:ext>
            </a:extLst>
          </p:cNvPr>
          <p:cNvCxnSpPr/>
          <p:nvPr/>
        </p:nvCxnSpPr>
        <p:spPr>
          <a:xfrm>
            <a:off x="5770606" y="3751548"/>
            <a:ext cx="38923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42CDF2C0-5566-499E-AA6A-55144CB08253}"/>
              </a:ext>
            </a:extLst>
          </p:cNvPr>
          <p:cNvSpPr txBox="1"/>
          <p:nvPr/>
        </p:nvSpPr>
        <p:spPr>
          <a:xfrm>
            <a:off x="5648884" y="3483451"/>
            <a:ext cx="64633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/>
              <a:t>다음 턴</a:t>
            </a:r>
          </a:p>
        </p:txBody>
      </p:sp>
      <p:sp>
        <p:nvSpPr>
          <p:cNvPr id="81" name="Google Shape;123;p4">
            <a:extLst>
              <a:ext uri="{FF2B5EF4-FFF2-40B4-BE49-F238E27FC236}">
                <a16:creationId xmlns:a16="http://schemas.microsoft.com/office/drawing/2014/main" id="{F854BA96-4A85-4087-AC07-DF6A0A14BF2C}"/>
              </a:ext>
            </a:extLst>
          </p:cNvPr>
          <p:cNvSpPr/>
          <p:nvPr/>
        </p:nvSpPr>
        <p:spPr>
          <a:xfrm>
            <a:off x="3348003" y="2748448"/>
            <a:ext cx="394612" cy="433748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 </a:t>
            </a:r>
            <a:r>
              <a:rPr lang="en-US" altLang="ko-KR" sz="8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Q</a:t>
            </a:r>
            <a:endParaRPr sz="8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2" name="Google Shape;334;p15">
            <a:extLst>
              <a:ext uri="{FF2B5EF4-FFF2-40B4-BE49-F238E27FC236}">
                <a16:creationId xmlns:a16="http://schemas.microsoft.com/office/drawing/2014/main" id="{CA8A6C1D-C0FC-4697-B664-6B43694FF991}"/>
              </a:ext>
            </a:extLst>
          </p:cNvPr>
          <p:cNvSpPr/>
          <p:nvPr/>
        </p:nvSpPr>
        <p:spPr>
          <a:xfrm>
            <a:off x="3250980" y="2675900"/>
            <a:ext cx="610253" cy="666603"/>
          </a:xfrm>
          <a:prstGeom prst="rect">
            <a:avLst/>
          </a:prstGeom>
          <a:noFill/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84" name="직선 화살표 연결선 83">
            <a:extLst>
              <a:ext uri="{FF2B5EF4-FFF2-40B4-BE49-F238E27FC236}">
                <a16:creationId xmlns:a16="http://schemas.microsoft.com/office/drawing/2014/main" id="{67CF45D0-3F02-4D1A-AFF3-1091B7BD4BC5}"/>
              </a:ext>
            </a:extLst>
          </p:cNvPr>
          <p:cNvCxnSpPr>
            <a:cxnSpLocks/>
          </p:cNvCxnSpPr>
          <p:nvPr/>
        </p:nvCxnSpPr>
        <p:spPr>
          <a:xfrm flipH="1" flipV="1">
            <a:off x="2784378" y="1907325"/>
            <a:ext cx="760931" cy="76857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DDC9D397-E1D7-4452-90E5-2F0B96796D4E}"/>
              </a:ext>
            </a:extLst>
          </p:cNvPr>
          <p:cNvSpPr txBox="1"/>
          <p:nvPr/>
        </p:nvSpPr>
        <p:spPr>
          <a:xfrm>
            <a:off x="373780" y="2267411"/>
            <a:ext cx="108026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중간 보</a:t>
            </a:r>
            <a:r>
              <a:rPr lang="ko-KR" altLang="en-US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</a:t>
            </a:r>
            <a:r>
              <a:rPr lang="en-US" altLang="ko-KR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lang="en-US" altLang="ko-KR" sz="14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5C14E99-9722-47AB-8AC5-BC61E424539F}"/>
              </a:ext>
            </a:extLst>
          </p:cNvPr>
          <p:cNvSpPr txBox="1"/>
          <p:nvPr/>
        </p:nvSpPr>
        <p:spPr>
          <a:xfrm>
            <a:off x="2390372" y="2277975"/>
            <a:ext cx="11939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중간 보</a:t>
            </a:r>
            <a:r>
              <a:rPr lang="ko-KR" altLang="en-US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</a:t>
            </a:r>
            <a:r>
              <a:rPr lang="en-US" altLang="ko-KR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lang="en-US" altLang="ko-KR" sz="14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890452E-0A0F-4BF5-A824-68048EAF78C3}"/>
              </a:ext>
            </a:extLst>
          </p:cNvPr>
          <p:cNvSpPr txBox="1"/>
          <p:nvPr/>
        </p:nvSpPr>
        <p:spPr>
          <a:xfrm>
            <a:off x="6328717" y="2293236"/>
            <a:ext cx="112173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중간 보</a:t>
            </a:r>
            <a:r>
              <a:rPr lang="ko-KR" altLang="en-US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</a:t>
            </a:r>
            <a:r>
              <a:rPr lang="en-US" altLang="ko-KR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lang="en-US" altLang="ko-KR" sz="14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6B923F3-6D43-4DD0-A783-4867A919161E}"/>
              </a:ext>
            </a:extLst>
          </p:cNvPr>
          <p:cNvSpPr txBox="1"/>
          <p:nvPr/>
        </p:nvSpPr>
        <p:spPr>
          <a:xfrm>
            <a:off x="8327724" y="2304126"/>
            <a:ext cx="112173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중간 보</a:t>
            </a:r>
            <a:r>
              <a:rPr lang="ko-KR" altLang="en-US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</a:t>
            </a:r>
            <a:r>
              <a:rPr lang="en-US" altLang="ko-KR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lang="en-US" altLang="ko-KR" sz="14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1376B54-BF6F-4558-8715-191EFA6D5F28}"/>
              </a:ext>
            </a:extLst>
          </p:cNvPr>
          <p:cNvSpPr txBox="1"/>
          <p:nvPr/>
        </p:nvSpPr>
        <p:spPr>
          <a:xfrm>
            <a:off x="10321726" y="2291612"/>
            <a:ext cx="112173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중간 보</a:t>
            </a:r>
            <a:r>
              <a:rPr lang="ko-KR" altLang="en-US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</a:t>
            </a:r>
            <a:r>
              <a:rPr lang="en-US" altLang="ko-KR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lang="en-US" altLang="ko-KR" sz="14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B10F353-D68C-45E4-AA91-9602B67638F3}"/>
              </a:ext>
            </a:extLst>
          </p:cNvPr>
          <p:cNvSpPr txBox="1"/>
          <p:nvPr/>
        </p:nvSpPr>
        <p:spPr>
          <a:xfrm>
            <a:off x="4358484" y="2277975"/>
            <a:ext cx="112173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중간 보</a:t>
            </a:r>
            <a:r>
              <a:rPr lang="ko-KR" altLang="en-US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</a:t>
            </a:r>
            <a:r>
              <a:rPr lang="en-US" altLang="ko-KR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lang="en-US" altLang="ko-KR" sz="14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46231614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ko-KR" altLang="en-US" dirty="0"/>
              <a:t>적 </a:t>
            </a:r>
            <a:r>
              <a:rPr lang="ko-KR" dirty="0"/>
              <a:t>스킬</a:t>
            </a:r>
            <a:r>
              <a:rPr lang="en-US" altLang="ko-KR" dirty="0"/>
              <a:t> </a:t>
            </a:r>
            <a:r>
              <a:rPr lang="ko-KR" altLang="en-US" dirty="0"/>
              <a:t>패턴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2D6DD9-910A-4FA3-9D73-29C8B2DD6237}"/>
              </a:ext>
            </a:extLst>
          </p:cNvPr>
          <p:cNvSpPr txBox="1"/>
          <p:nvPr/>
        </p:nvSpPr>
        <p:spPr>
          <a:xfrm>
            <a:off x="1470454" y="5319949"/>
            <a:ext cx="7393371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/>
              <a:t>잡</a:t>
            </a:r>
            <a:r>
              <a:rPr lang="ko-KR" altLang="en-US" dirty="0"/>
              <a:t> 몬스터는 </a:t>
            </a:r>
            <a:r>
              <a:rPr lang="ko-KR" altLang="en-US" dirty="0" err="1"/>
              <a:t>정방향</a:t>
            </a:r>
            <a:r>
              <a:rPr lang="ko-KR" altLang="en-US" dirty="0"/>
              <a:t> 스킬 카드</a:t>
            </a:r>
            <a:r>
              <a:rPr lang="en-US" altLang="ko-KR" dirty="0"/>
              <a:t> 2</a:t>
            </a:r>
            <a:r>
              <a:rPr lang="ko-KR" altLang="en-US" dirty="0"/>
              <a:t>개를 가진다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순서 상관이 있는 </a:t>
            </a:r>
            <a:r>
              <a:rPr lang="en-US" altLang="ko-KR" dirty="0"/>
              <a:t>, 1</a:t>
            </a:r>
            <a:r>
              <a:rPr lang="ko-KR" altLang="en-US" dirty="0"/>
              <a:t>개 이상 </a:t>
            </a:r>
            <a:r>
              <a:rPr lang="en-US" altLang="ko-KR" dirty="0"/>
              <a:t>2</a:t>
            </a:r>
            <a:r>
              <a:rPr lang="ko-KR" altLang="en-US" dirty="0"/>
              <a:t>개 미만 스킬로 이루어진 세트를 지닌다</a:t>
            </a:r>
            <a:r>
              <a:rPr lang="en-US" altLang="ko-KR" dirty="0"/>
              <a:t>. </a:t>
            </a:r>
          </a:p>
          <a:p>
            <a:r>
              <a:rPr lang="ko-KR" altLang="en-US" dirty="0" err="1"/>
              <a:t>여섯가지</a:t>
            </a:r>
            <a:r>
              <a:rPr lang="ko-KR" altLang="en-US" dirty="0"/>
              <a:t> 스킬 패턴을 가진다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Ex) [W],[X],[W,W],[W,X],[X,W],[X,X] </a:t>
            </a:r>
          </a:p>
          <a:p>
            <a:endParaRPr lang="en-US" altLang="ko-KR" dirty="0"/>
          </a:p>
          <a:p>
            <a:r>
              <a:rPr lang="ko-KR" altLang="en-US" dirty="0"/>
              <a:t>스킬 세트는 중복이 있는 랜덤 확률이기 때문에 같은 스킬 패턴을 연달아 사용할 수도 있다</a:t>
            </a:r>
            <a:r>
              <a:rPr lang="en-US" altLang="ko-KR" dirty="0"/>
              <a:t>. </a:t>
            </a:r>
          </a:p>
        </p:txBody>
      </p:sp>
      <p:sp>
        <p:nvSpPr>
          <p:cNvPr id="41" name="Google Shape;126;p4">
            <a:extLst>
              <a:ext uri="{FF2B5EF4-FFF2-40B4-BE49-F238E27FC236}">
                <a16:creationId xmlns:a16="http://schemas.microsoft.com/office/drawing/2014/main" id="{24D13184-287A-4E88-8B03-D4159BB8D1F7}"/>
              </a:ext>
            </a:extLst>
          </p:cNvPr>
          <p:cNvSpPr/>
          <p:nvPr/>
        </p:nvSpPr>
        <p:spPr>
          <a:xfrm>
            <a:off x="1978377" y="2198411"/>
            <a:ext cx="611659" cy="1025611"/>
          </a:xfrm>
          <a:prstGeom prst="ellipse">
            <a:avLst/>
          </a:prstGeom>
          <a:solidFill>
            <a:srgbClr val="C55A1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3" name="Google Shape;127;p4">
            <a:extLst>
              <a:ext uri="{FF2B5EF4-FFF2-40B4-BE49-F238E27FC236}">
                <a16:creationId xmlns:a16="http://schemas.microsoft.com/office/drawing/2014/main" id="{B5E25B1D-0EB4-4EB4-B6D4-062553574646}"/>
              </a:ext>
            </a:extLst>
          </p:cNvPr>
          <p:cNvSpPr/>
          <p:nvPr/>
        </p:nvSpPr>
        <p:spPr>
          <a:xfrm>
            <a:off x="1610643" y="3362390"/>
            <a:ext cx="611659" cy="7378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</a:t>
            </a:r>
            <a:r>
              <a:rPr lang="en-US" alt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W</a:t>
            </a:r>
            <a:endParaRPr sz="11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4" name="Google Shape;127;p4">
            <a:extLst>
              <a:ext uri="{FF2B5EF4-FFF2-40B4-BE49-F238E27FC236}">
                <a16:creationId xmlns:a16="http://schemas.microsoft.com/office/drawing/2014/main" id="{14A60CFB-D981-4077-848D-81E52A34D16E}"/>
              </a:ext>
            </a:extLst>
          </p:cNvPr>
          <p:cNvSpPr/>
          <p:nvPr/>
        </p:nvSpPr>
        <p:spPr>
          <a:xfrm>
            <a:off x="2284206" y="3362390"/>
            <a:ext cx="611659" cy="7378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 </a:t>
            </a:r>
            <a:r>
              <a:rPr lang="en-US" alt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X</a:t>
            </a:r>
            <a:endParaRPr sz="11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51E050B-10E2-47CB-ADA7-14FE0BD7B821}"/>
              </a:ext>
            </a:extLst>
          </p:cNvPr>
          <p:cNvSpPr txBox="1"/>
          <p:nvPr/>
        </p:nvSpPr>
        <p:spPr>
          <a:xfrm>
            <a:off x="1785410" y="1890634"/>
            <a:ext cx="111045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잡</a:t>
            </a:r>
            <a:r>
              <a:rPr lang="ko-KR" altLang="en-US" sz="14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몬스터</a:t>
            </a:r>
            <a:endParaRPr lang="en-US" altLang="ko-KR" sz="14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0" name="Google Shape;158;p5">
            <a:extLst>
              <a:ext uri="{FF2B5EF4-FFF2-40B4-BE49-F238E27FC236}">
                <a16:creationId xmlns:a16="http://schemas.microsoft.com/office/drawing/2014/main" id="{8D3889FA-C4F5-48B1-BA6B-AED936CA175A}"/>
              </a:ext>
            </a:extLst>
          </p:cNvPr>
          <p:cNvSpPr/>
          <p:nvPr/>
        </p:nvSpPr>
        <p:spPr>
          <a:xfrm>
            <a:off x="1470454" y="1827640"/>
            <a:ext cx="1566111" cy="3336375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47142375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ko-KR" altLang="en-US" dirty="0"/>
              <a:t>적 </a:t>
            </a:r>
            <a:r>
              <a:rPr lang="ko-KR" dirty="0"/>
              <a:t>스킬</a:t>
            </a:r>
            <a:r>
              <a:rPr lang="en-US" altLang="ko-KR" dirty="0"/>
              <a:t> </a:t>
            </a:r>
            <a:r>
              <a:rPr lang="ko-KR" altLang="en-US" dirty="0"/>
              <a:t>패턴</a:t>
            </a: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F73C59-0C96-4DC7-AF11-E86AF79DB8F8}"/>
              </a:ext>
            </a:extLst>
          </p:cNvPr>
          <p:cNvSpPr txBox="1"/>
          <p:nvPr/>
        </p:nvSpPr>
        <p:spPr>
          <a:xfrm>
            <a:off x="387171" y="5321917"/>
            <a:ext cx="7393371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중간보스 몬스터는 </a:t>
            </a:r>
            <a:r>
              <a:rPr lang="ko-KR" altLang="en-US" dirty="0" err="1"/>
              <a:t>정방향</a:t>
            </a:r>
            <a:r>
              <a:rPr lang="ko-KR" altLang="en-US" dirty="0"/>
              <a:t> 스킬 </a:t>
            </a:r>
            <a:r>
              <a:rPr lang="en-US" altLang="ko-KR" dirty="0"/>
              <a:t>3</a:t>
            </a:r>
            <a:r>
              <a:rPr lang="ko-KR" altLang="en-US" dirty="0"/>
              <a:t>개를 가진다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2</a:t>
            </a:r>
            <a:r>
              <a:rPr lang="ko-KR" altLang="en-US" dirty="0" err="1"/>
              <a:t>페이즈부터는</a:t>
            </a:r>
            <a:r>
              <a:rPr lang="ko-KR" altLang="en-US" dirty="0"/>
              <a:t> 스킬 스택에 따라 활성화 되는</a:t>
            </a:r>
            <a:r>
              <a:rPr lang="en-US" altLang="ko-KR" dirty="0"/>
              <a:t> </a:t>
            </a:r>
            <a:r>
              <a:rPr lang="ko-KR" altLang="en-US" dirty="0"/>
              <a:t>궁극기를 가진다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순서 상관이 있는 </a:t>
            </a:r>
            <a:r>
              <a:rPr lang="en-US" altLang="ko-KR" dirty="0"/>
              <a:t>, 1</a:t>
            </a:r>
            <a:r>
              <a:rPr lang="ko-KR" altLang="en-US" dirty="0"/>
              <a:t>개 이상 </a:t>
            </a:r>
            <a:r>
              <a:rPr lang="en-US" altLang="ko-KR" dirty="0"/>
              <a:t>2</a:t>
            </a:r>
            <a:r>
              <a:rPr lang="ko-KR" altLang="en-US" dirty="0"/>
              <a:t>개 미만의 스킬로 이루어진 세트를 지닌다</a:t>
            </a:r>
            <a:r>
              <a:rPr lang="en-US" altLang="ko-KR" dirty="0"/>
              <a:t>. </a:t>
            </a:r>
          </a:p>
          <a:p>
            <a:r>
              <a:rPr lang="en-US" altLang="ko-KR" dirty="0"/>
              <a:t>Ex) [Y],[Z],[Y,Y],[Y,Z],[Z,Y],[Z,Z] </a:t>
            </a:r>
          </a:p>
          <a:p>
            <a:endParaRPr lang="en-US" altLang="ko-KR" dirty="0"/>
          </a:p>
          <a:p>
            <a:r>
              <a:rPr lang="ko-KR" altLang="en-US" dirty="0"/>
              <a:t>스킬 세트는 중복이 있는 랜덤 확률이기 때문에 같은 스킬 패턴을 연달아 사용할 수도 있다</a:t>
            </a:r>
            <a:r>
              <a:rPr lang="en-US" altLang="ko-KR" dirty="0"/>
              <a:t>. </a:t>
            </a:r>
          </a:p>
        </p:txBody>
      </p:sp>
      <p:sp>
        <p:nvSpPr>
          <p:cNvPr id="48" name="Google Shape;128;p4">
            <a:extLst>
              <a:ext uri="{FF2B5EF4-FFF2-40B4-BE49-F238E27FC236}">
                <a16:creationId xmlns:a16="http://schemas.microsoft.com/office/drawing/2014/main" id="{79F65024-507D-4294-99CB-8C51FD153802}"/>
              </a:ext>
            </a:extLst>
          </p:cNvPr>
          <p:cNvSpPr/>
          <p:nvPr/>
        </p:nvSpPr>
        <p:spPr>
          <a:xfrm>
            <a:off x="1898019" y="1935856"/>
            <a:ext cx="611659" cy="1025611"/>
          </a:xfrm>
          <a:prstGeom prst="ellipse">
            <a:avLst/>
          </a:prstGeom>
          <a:solidFill>
            <a:srgbClr val="7030A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9" name="Google Shape;129;p4">
            <a:extLst>
              <a:ext uri="{FF2B5EF4-FFF2-40B4-BE49-F238E27FC236}">
                <a16:creationId xmlns:a16="http://schemas.microsoft.com/office/drawing/2014/main" id="{627E8875-FF89-4CE1-A2B0-DE1919D0F50F}"/>
              </a:ext>
            </a:extLst>
          </p:cNvPr>
          <p:cNvSpPr/>
          <p:nvPr/>
        </p:nvSpPr>
        <p:spPr>
          <a:xfrm>
            <a:off x="1873521" y="3069887"/>
            <a:ext cx="611659" cy="7378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 </a:t>
            </a:r>
            <a:r>
              <a:rPr lang="en-US" alt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Y</a:t>
            </a:r>
            <a:endParaRPr sz="11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0" name="Google Shape;130;p4">
            <a:extLst>
              <a:ext uri="{FF2B5EF4-FFF2-40B4-BE49-F238E27FC236}">
                <a16:creationId xmlns:a16="http://schemas.microsoft.com/office/drawing/2014/main" id="{52902094-9EB6-4122-89E5-60342FD2ECFB}"/>
              </a:ext>
            </a:extLst>
          </p:cNvPr>
          <p:cNvSpPr/>
          <p:nvPr/>
        </p:nvSpPr>
        <p:spPr>
          <a:xfrm>
            <a:off x="6095063" y="2214083"/>
            <a:ext cx="611659" cy="7378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 err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궁극기</a:t>
            </a:r>
            <a:endParaRPr sz="11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1" name="Google Shape;125;p4">
            <a:extLst>
              <a:ext uri="{FF2B5EF4-FFF2-40B4-BE49-F238E27FC236}">
                <a16:creationId xmlns:a16="http://schemas.microsoft.com/office/drawing/2014/main" id="{93486F44-F0D5-482F-BC48-A0C9C30D8335}"/>
              </a:ext>
            </a:extLst>
          </p:cNvPr>
          <p:cNvSpPr txBox="1"/>
          <p:nvPr/>
        </p:nvSpPr>
        <p:spPr>
          <a:xfrm>
            <a:off x="963366" y="3915264"/>
            <a:ext cx="2923874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정방향</a:t>
            </a:r>
            <a:r>
              <a:rPr lang="ko-KR" altLang="en-US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스킬 </a:t>
            </a:r>
            <a:r>
              <a:rPr lang="en-US" altLang="ko-KR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r>
              <a:rPr lang="ko-KR" altLang="en-US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</a:t>
            </a:r>
            <a:endParaRPr lang="en-US" altLang="ko-KR" sz="18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sz="18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2" name="Google Shape;129;p4">
            <a:extLst>
              <a:ext uri="{FF2B5EF4-FFF2-40B4-BE49-F238E27FC236}">
                <a16:creationId xmlns:a16="http://schemas.microsoft.com/office/drawing/2014/main" id="{01BD80A3-22F0-412D-A956-CE70B1CA407C}"/>
              </a:ext>
            </a:extLst>
          </p:cNvPr>
          <p:cNvSpPr/>
          <p:nvPr/>
        </p:nvSpPr>
        <p:spPr>
          <a:xfrm>
            <a:off x="2609001" y="3072474"/>
            <a:ext cx="611659" cy="7378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 </a:t>
            </a:r>
            <a:r>
              <a:rPr lang="en-US" alt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Z</a:t>
            </a:r>
            <a:endParaRPr sz="11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54A0D69-BD2F-4695-A61C-0E2718200989}"/>
              </a:ext>
            </a:extLst>
          </p:cNvPr>
          <p:cNvSpPr txBox="1"/>
          <p:nvPr/>
        </p:nvSpPr>
        <p:spPr>
          <a:xfrm>
            <a:off x="1397078" y="1599268"/>
            <a:ext cx="19031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중간 </a:t>
            </a:r>
            <a:r>
              <a:rPr lang="ko-KR" altLang="en-US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보</a:t>
            </a:r>
            <a:r>
              <a:rPr lang="ko-KR" altLang="en-US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 </a:t>
            </a:r>
            <a:r>
              <a:rPr lang="en-US" altLang="ko-KR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r>
              <a:rPr lang="ko-KR" altLang="en-US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페이즈</a:t>
            </a:r>
            <a:endParaRPr lang="en-US" altLang="ko-KR" sz="14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4" name="Google Shape;158;p5">
            <a:extLst>
              <a:ext uri="{FF2B5EF4-FFF2-40B4-BE49-F238E27FC236}">
                <a16:creationId xmlns:a16="http://schemas.microsoft.com/office/drawing/2014/main" id="{115A8C2D-B852-4365-B1D7-EC36B604D764}"/>
              </a:ext>
            </a:extLst>
          </p:cNvPr>
          <p:cNvSpPr/>
          <p:nvPr/>
        </p:nvSpPr>
        <p:spPr>
          <a:xfrm>
            <a:off x="963366" y="1529684"/>
            <a:ext cx="2397080" cy="3798631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5" name="Google Shape;128;p4">
            <a:extLst>
              <a:ext uri="{FF2B5EF4-FFF2-40B4-BE49-F238E27FC236}">
                <a16:creationId xmlns:a16="http://schemas.microsoft.com/office/drawing/2014/main" id="{E93A12FA-79B7-4F1A-9AEB-ADADF3AE4B5C}"/>
              </a:ext>
            </a:extLst>
          </p:cNvPr>
          <p:cNvSpPr/>
          <p:nvPr/>
        </p:nvSpPr>
        <p:spPr>
          <a:xfrm>
            <a:off x="5301340" y="1935856"/>
            <a:ext cx="611659" cy="1025611"/>
          </a:xfrm>
          <a:prstGeom prst="ellipse">
            <a:avLst/>
          </a:prstGeom>
          <a:solidFill>
            <a:srgbClr val="7030A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6" name="Google Shape;129;p4">
            <a:extLst>
              <a:ext uri="{FF2B5EF4-FFF2-40B4-BE49-F238E27FC236}">
                <a16:creationId xmlns:a16="http://schemas.microsoft.com/office/drawing/2014/main" id="{33D08E42-0F37-4CA1-8BD1-D078897D5ED1}"/>
              </a:ext>
            </a:extLst>
          </p:cNvPr>
          <p:cNvSpPr/>
          <p:nvPr/>
        </p:nvSpPr>
        <p:spPr>
          <a:xfrm>
            <a:off x="5263910" y="3107990"/>
            <a:ext cx="611659" cy="7378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 </a:t>
            </a:r>
            <a:r>
              <a:rPr lang="en-US" alt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Y</a:t>
            </a:r>
            <a:endParaRPr sz="11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7" name="Google Shape;129;p4">
            <a:extLst>
              <a:ext uri="{FF2B5EF4-FFF2-40B4-BE49-F238E27FC236}">
                <a16:creationId xmlns:a16="http://schemas.microsoft.com/office/drawing/2014/main" id="{D206BB9B-5C12-4C0A-8EAD-853A485BEB3F}"/>
              </a:ext>
            </a:extLst>
          </p:cNvPr>
          <p:cNvSpPr/>
          <p:nvPr/>
        </p:nvSpPr>
        <p:spPr>
          <a:xfrm>
            <a:off x="5999390" y="3110577"/>
            <a:ext cx="611659" cy="7378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 </a:t>
            </a:r>
            <a:r>
              <a:rPr lang="en-US" alt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Z</a:t>
            </a:r>
            <a:endParaRPr sz="11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E5DED86A-B904-45A6-B021-3A2CE88897B3}"/>
              </a:ext>
            </a:extLst>
          </p:cNvPr>
          <p:cNvSpPr txBox="1"/>
          <p:nvPr/>
        </p:nvSpPr>
        <p:spPr>
          <a:xfrm>
            <a:off x="4800399" y="1599268"/>
            <a:ext cx="19031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중간 보</a:t>
            </a:r>
            <a:r>
              <a:rPr lang="ko-KR" altLang="en-US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 </a:t>
            </a:r>
            <a:r>
              <a:rPr lang="en-US" altLang="ko-KR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r>
              <a:rPr lang="ko-KR" altLang="en-US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페이즈</a:t>
            </a:r>
            <a:endParaRPr lang="en-US" altLang="ko-KR" sz="14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9" name="Google Shape;158;p5">
            <a:extLst>
              <a:ext uri="{FF2B5EF4-FFF2-40B4-BE49-F238E27FC236}">
                <a16:creationId xmlns:a16="http://schemas.microsoft.com/office/drawing/2014/main" id="{48B53E12-808F-4794-AE36-742B71FEEDF2}"/>
              </a:ext>
            </a:extLst>
          </p:cNvPr>
          <p:cNvSpPr/>
          <p:nvPr/>
        </p:nvSpPr>
        <p:spPr>
          <a:xfrm>
            <a:off x="4366687" y="1529684"/>
            <a:ext cx="2397080" cy="3798631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63D8664A-520C-45D7-892A-42353B752D26}"/>
              </a:ext>
            </a:extLst>
          </p:cNvPr>
          <p:cNvSpPr txBox="1"/>
          <p:nvPr/>
        </p:nvSpPr>
        <p:spPr>
          <a:xfrm>
            <a:off x="4334268" y="3975163"/>
            <a:ext cx="185980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정방향</a:t>
            </a:r>
            <a:r>
              <a:rPr lang="ko-KR" altLang="en-US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스킬 </a:t>
            </a:r>
            <a:r>
              <a:rPr lang="en-US" altLang="ko-KR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r>
              <a:rPr lang="ko-KR" altLang="en-US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</a:t>
            </a:r>
            <a:endParaRPr lang="en-US" altLang="ko-KR" sz="18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sz="18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궁극기</a:t>
            </a:r>
            <a:r>
              <a:rPr lang="ko-KR" altLang="en-US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altLang="ko-KR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r>
              <a:rPr lang="ko-KR" altLang="en-US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 </a:t>
            </a:r>
            <a:endParaRPr lang="ko-KR" altLang="en-US" sz="1800" dirty="0"/>
          </a:p>
          <a:p>
            <a:endParaRPr lang="ko-KR" altLang="en-US" sz="1800" dirty="0"/>
          </a:p>
        </p:txBody>
      </p:sp>
      <p:cxnSp>
        <p:nvCxnSpPr>
          <p:cNvPr id="81" name="직선 화살표 연결선 80">
            <a:extLst>
              <a:ext uri="{FF2B5EF4-FFF2-40B4-BE49-F238E27FC236}">
                <a16:creationId xmlns:a16="http://schemas.microsoft.com/office/drawing/2014/main" id="{96009B13-3510-4789-978C-2F2518CA5506}"/>
              </a:ext>
            </a:extLst>
          </p:cNvPr>
          <p:cNvCxnSpPr/>
          <p:nvPr/>
        </p:nvCxnSpPr>
        <p:spPr>
          <a:xfrm>
            <a:off x="3547606" y="3642120"/>
            <a:ext cx="6096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>
            <a:extLst>
              <a:ext uri="{FF2B5EF4-FFF2-40B4-BE49-F238E27FC236}">
                <a16:creationId xmlns:a16="http://schemas.microsoft.com/office/drawing/2014/main" id="{060A68F9-AA10-4971-AC92-FABBFC3D41F4}"/>
              </a:ext>
            </a:extLst>
          </p:cNvPr>
          <p:cNvSpPr txBox="1"/>
          <p:nvPr/>
        </p:nvSpPr>
        <p:spPr>
          <a:xfrm>
            <a:off x="3388765" y="3047998"/>
            <a:ext cx="9525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/>
              <a:t>페이즈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ko-KR" altLang="en-US" dirty="0"/>
              <a:t>전환 </a:t>
            </a:r>
            <a:r>
              <a:rPr lang="ko-KR" altLang="en-US" dirty="0" err="1"/>
              <a:t>기믹</a:t>
            </a:r>
            <a:endParaRPr lang="ko-KR" altLang="en-US" dirty="0"/>
          </a:p>
        </p:txBody>
      </p:sp>
      <p:sp>
        <p:nvSpPr>
          <p:cNvPr id="19" name="Google Shape;129;p4">
            <a:extLst>
              <a:ext uri="{FF2B5EF4-FFF2-40B4-BE49-F238E27FC236}">
                <a16:creationId xmlns:a16="http://schemas.microsoft.com/office/drawing/2014/main" id="{130D0C2A-59D0-43FF-B863-7F87D65496CF}"/>
              </a:ext>
            </a:extLst>
          </p:cNvPr>
          <p:cNvSpPr/>
          <p:nvPr/>
        </p:nvSpPr>
        <p:spPr>
          <a:xfrm>
            <a:off x="1136010" y="3069887"/>
            <a:ext cx="611659" cy="7378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 </a:t>
            </a:r>
            <a:r>
              <a:rPr lang="en-US" alt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U</a:t>
            </a:r>
            <a:endParaRPr sz="11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" name="Google Shape;129;p4">
            <a:extLst>
              <a:ext uri="{FF2B5EF4-FFF2-40B4-BE49-F238E27FC236}">
                <a16:creationId xmlns:a16="http://schemas.microsoft.com/office/drawing/2014/main" id="{B922AA5B-2E96-474A-BD20-ABD145F32085}"/>
              </a:ext>
            </a:extLst>
          </p:cNvPr>
          <p:cNvSpPr/>
          <p:nvPr/>
        </p:nvSpPr>
        <p:spPr>
          <a:xfrm>
            <a:off x="4528430" y="3115949"/>
            <a:ext cx="611659" cy="7378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 </a:t>
            </a:r>
            <a:r>
              <a:rPr lang="en-US" alt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U</a:t>
            </a:r>
            <a:endParaRPr sz="11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80341053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ko-KR" altLang="en-US" dirty="0"/>
              <a:t>적 </a:t>
            </a:r>
            <a:r>
              <a:rPr lang="ko-KR" dirty="0"/>
              <a:t>스킬</a:t>
            </a:r>
            <a:r>
              <a:rPr lang="en-US" altLang="ko-KR" dirty="0"/>
              <a:t> </a:t>
            </a:r>
            <a:r>
              <a:rPr lang="ko-KR" altLang="en-US" dirty="0"/>
              <a:t>패턴</a:t>
            </a:r>
            <a:endParaRPr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E10D4F9-02F0-49E9-B89E-3CEC5BBC6E3E}"/>
              </a:ext>
            </a:extLst>
          </p:cNvPr>
          <p:cNvSpPr txBox="1"/>
          <p:nvPr/>
        </p:nvSpPr>
        <p:spPr>
          <a:xfrm>
            <a:off x="770965" y="5214048"/>
            <a:ext cx="814443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최종 보스 몬스터는 </a:t>
            </a:r>
            <a:r>
              <a:rPr lang="ko-KR" altLang="en-US" dirty="0" err="1"/>
              <a:t>정방향</a:t>
            </a:r>
            <a:r>
              <a:rPr lang="ko-KR" altLang="en-US" dirty="0"/>
              <a:t> 스킬 </a:t>
            </a:r>
            <a:r>
              <a:rPr lang="en-US" altLang="ko-KR" dirty="0"/>
              <a:t>3</a:t>
            </a:r>
            <a:r>
              <a:rPr lang="ko-KR" altLang="en-US" dirty="0"/>
              <a:t>개를 가진다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순서 상관이 있고</a:t>
            </a:r>
            <a:r>
              <a:rPr lang="en-US" altLang="ko-KR" dirty="0"/>
              <a:t>, 2</a:t>
            </a:r>
            <a:r>
              <a:rPr lang="ko-KR" altLang="en-US" dirty="0"/>
              <a:t>개 이상 </a:t>
            </a:r>
            <a:r>
              <a:rPr lang="en-US" altLang="ko-KR" dirty="0"/>
              <a:t>3</a:t>
            </a:r>
            <a:r>
              <a:rPr lang="ko-KR" altLang="en-US" dirty="0"/>
              <a:t>개 미만의 스킬로 이루어진 세트를 지닌다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최종 보스의 스킬 패턴 내에 있는 스킬은 중복되지 않는다</a:t>
            </a:r>
            <a:r>
              <a:rPr lang="en-US" altLang="ko-KR" dirty="0"/>
              <a:t>. </a:t>
            </a:r>
          </a:p>
          <a:p>
            <a:r>
              <a:rPr lang="en-US" altLang="ko-KR" dirty="0"/>
              <a:t>3</a:t>
            </a:r>
            <a:r>
              <a:rPr lang="ko-KR" altLang="en-US" dirty="0" err="1"/>
              <a:t>페이즈에</a:t>
            </a:r>
            <a:r>
              <a:rPr lang="ko-KR" altLang="en-US" dirty="0"/>
              <a:t> 진입하면 </a:t>
            </a:r>
            <a:r>
              <a:rPr lang="ko-KR" altLang="en-US" dirty="0" err="1"/>
              <a:t>정방향</a:t>
            </a:r>
            <a:r>
              <a:rPr lang="ko-KR" altLang="en-US" dirty="0"/>
              <a:t> 스킬 </a:t>
            </a:r>
            <a:r>
              <a:rPr lang="en-US" altLang="ko-KR" dirty="0"/>
              <a:t>4</a:t>
            </a:r>
            <a:r>
              <a:rPr lang="ko-KR" altLang="en-US" dirty="0"/>
              <a:t>개와 스킬 스택에 따라 활성화 되는</a:t>
            </a:r>
            <a:r>
              <a:rPr lang="en-US" altLang="ko-KR" dirty="0"/>
              <a:t> </a:t>
            </a:r>
            <a:r>
              <a:rPr lang="ko-KR" altLang="en-US" dirty="0"/>
              <a:t>궁극기를 가진다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스킬 세트 예시 </a:t>
            </a:r>
            <a:r>
              <a:rPr lang="en-US" altLang="ko-KR" dirty="0"/>
              <a:t>Ex) [S,O],[O,P],[S,P,N],[P,N,P],[S,Y,O],[N,S,P]… </a:t>
            </a:r>
          </a:p>
          <a:p>
            <a:endParaRPr lang="en-US" altLang="ko-KR" dirty="0"/>
          </a:p>
          <a:p>
            <a:r>
              <a:rPr lang="ko-KR" altLang="en-US" dirty="0"/>
              <a:t>스킬 세트는 중복이 있는 랜덤 확률이기 때문에 같은 스킬 패턴을 연달아 사용할 수도 있다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en-US" altLang="ko-KR" dirty="0"/>
              <a:t> </a:t>
            </a:r>
          </a:p>
        </p:txBody>
      </p:sp>
      <p:sp>
        <p:nvSpPr>
          <p:cNvPr id="60" name="Google Shape;128;p4">
            <a:extLst>
              <a:ext uri="{FF2B5EF4-FFF2-40B4-BE49-F238E27FC236}">
                <a16:creationId xmlns:a16="http://schemas.microsoft.com/office/drawing/2014/main" id="{FDA396F5-D861-4DE6-852B-85491F1938B2}"/>
              </a:ext>
            </a:extLst>
          </p:cNvPr>
          <p:cNvSpPr/>
          <p:nvPr/>
        </p:nvSpPr>
        <p:spPr>
          <a:xfrm>
            <a:off x="1283712" y="1846457"/>
            <a:ext cx="611659" cy="1025611"/>
          </a:xfrm>
          <a:prstGeom prst="ellipse">
            <a:avLst/>
          </a:prstGeom>
          <a:solidFill>
            <a:srgbClr val="FF000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5" name="Google Shape;130;p4">
            <a:extLst>
              <a:ext uri="{FF2B5EF4-FFF2-40B4-BE49-F238E27FC236}">
                <a16:creationId xmlns:a16="http://schemas.microsoft.com/office/drawing/2014/main" id="{8BA3A58D-0E5C-4762-9677-B3855170BE7F}"/>
              </a:ext>
            </a:extLst>
          </p:cNvPr>
          <p:cNvSpPr/>
          <p:nvPr/>
        </p:nvSpPr>
        <p:spPr>
          <a:xfrm>
            <a:off x="10683430" y="2052903"/>
            <a:ext cx="611659" cy="7378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궁극기</a:t>
            </a:r>
            <a:endParaRPr sz="11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3" name="Google Shape;125;p4">
            <a:extLst>
              <a:ext uri="{FF2B5EF4-FFF2-40B4-BE49-F238E27FC236}">
                <a16:creationId xmlns:a16="http://schemas.microsoft.com/office/drawing/2014/main" id="{450F8415-E69C-4D12-BAAB-8DA049A1681B}"/>
              </a:ext>
            </a:extLst>
          </p:cNvPr>
          <p:cNvSpPr txBox="1"/>
          <p:nvPr/>
        </p:nvSpPr>
        <p:spPr>
          <a:xfrm>
            <a:off x="470888" y="3983106"/>
            <a:ext cx="2923874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정방향</a:t>
            </a:r>
            <a:r>
              <a:rPr lang="ko-KR" altLang="en-US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스킬 </a:t>
            </a:r>
            <a:r>
              <a:rPr lang="en-US" altLang="ko-KR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r>
              <a:rPr lang="ko-KR" altLang="en-US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</a:t>
            </a:r>
            <a:endParaRPr lang="en-US" altLang="ko-KR" sz="18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sz="18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BEF2D8E0-A9A1-4AB8-A670-4DAD817FE4C1}"/>
              </a:ext>
            </a:extLst>
          </p:cNvPr>
          <p:cNvSpPr txBox="1"/>
          <p:nvPr/>
        </p:nvSpPr>
        <p:spPr>
          <a:xfrm>
            <a:off x="1154701" y="1538680"/>
            <a:ext cx="196478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최종 보스</a:t>
            </a:r>
            <a:r>
              <a:rPr lang="en-US" altLang="ko-KR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1</a:t>
            </a:r>
            <a:r>
              <a:rPr lang="ko-KR" altLang="en-US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페이즈</a:t>
            </a:r>
            <a:endParaRPr lang="en-US" altLang="ko-KR" sz="14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7" name="Google Shape;158;p5">
            <a:extLst>
              <a:ext uri="{FF2B5EF4-FFF2-40B4-BE49-F238E27FC236}">
                <a16:creationId xmlns:a16="http://schemas.microsoft.com/office/drawing/2014/main" id="{CF521097-D62B-445B-898D-E71B8DF89B69}"/>
              </a:ext>
            </a:extLst>
          </p:cNvPr>
          <p:cNvSpPr/>
          <p:nvPr/>
        </p:nvSpPr>
        <p:spPr>
          <a:xfrm>
            <a:off x="238420" y="1446117"/>
            <a:ext cx="3050308" cy="3743354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9" name="Google Shape;128;p4">
            <a:extLst>
              <a:ext uri="{FF2B5EF4-FFF2-40B4-BE49-F238E27FC236}">
                <a16:creationId xmlns:a16="http://schemas.microsoft.com/office/drawing/2014/main" id="{BC1B497F-550E-4B12-8C95-46A0AE1E7069}"/>
              </a:ext>
            </a:extLst>
          </p:cNvPr>
          <p:cNvSpPr/>
          <p:nvPr/>
        </p:nvSpPr>
        <p:spPr>
          <a:xfrm>
            <a:off x="5480429" y="1862183"/>
            <a:ext cx="611659" cy="1025611"/>
          </a:xfrm>
          <a:prstGeom prst="ellipse">
            <a:avLst/>
          </a:prstGeom>
          <a:solidFill>
            <a:srgbClr val="FF000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0" name="Google Shape;125;p4">
            <a:extLst>
              <a:ext uri="{FF2B5EF4-FFF2-40B4-BE49-F238E27FC236}">
                <a16:creationId xmlns:a16="http://schemas.microsoft.com/office/drawing/2014/main" id="{A444500C-B57E-4BA3-93A9-9BE9BFF05C32}"/>
              </a:ext>
            </a:extLst>
          </p:cNvPr>
          <p:cNvSpPr txBox="1"/>
          <p:nvPr/>
        </p:nvSpPr>
        <p:spPr>
          <a:xfrm>
            <a:off x="4667605" y="3998832"/>
            <a:ext cx="2923874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정방향</a:t>
            </a:r>
            <a:r>
              <a:rPr lang="ko-KR" altLang="en-US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스킬 </a:t>
            </a:r>
            <a:r>
              <a:rPr lang="en-US" altLang="ko-KR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r>
              <a:rPr lang="ko-KR" altLang="en-US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</a:t>
            </a:r>
            <a:endParaRPr lang="en-US" altLang="ko-KR" sz="18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sz="18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17B1EC5C-2659-4FBF-968F-62981E2F395B}"/>
              </a:ext>
            </a:extLst>
          </p:cNvPr>
          <p:cNvSpPr txBox="1"/>
          <p:nvPr/>
        </p:nvSpPr>
        <p:spPr>
          <a:xfrm>
            <a:off x="5351418" y="1554406"/>
            <a:ext cx="196478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최종 보스</a:t>
            </a:r>
            <a:r>
              <a:rPr lang="en-US" altLang="ko-KR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2</a:t>
            </a:r>
            <a:r>
              <a:rPr lang="ko-KR" altLang="en-US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페이즈</a:t>
            </a:r>
            <a:endParaRPr lang="en-US" altLang="ko-KR" sz="14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3" name="Google Shape;158;p5">
            <a:extLst>
              <a:ext uri="{FF2B5EF4-FFF2-40B4-BE49-F238E27FC236}">
                <a16:creationId xmlns:a16="http://schemas.microsoft.com/office/drawing/2014/main" id="{0EE72BB5-32DF-47FB-A0F8-270149527CE5}"/>
              </a:ext>
            </a:extLst>
          </p:cNvPr>
          <p:cNvSpPr/>
          <p:nvPr/>
        </p:nvSpPr>
        <p:spPr>
          <a:xfrm>
            <a:off x="4435137" y="1461843"/>
            <a:ext cx="3050308" cy="3743354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6" name="Google Shape;128;p4">
            <a:extLst>
              <a:ext uri="{FF2B5EF4-FFF2-40B4-BE49-F238E27FC236}">
                <a16:creationId xmlns:a16="http://schemas.microsoft.com/office/drawing/2014/main" id="{4B057354-3415-4614-9F6A-18B3DCAA0F7A}"/>
              </a:ext>
            </a:extLst>
          </p:cNvPr>
          <p:cNvSpPr/>
          <p:nvPr/>
        </p:nvSpPr>
        <p:spPr>
          <a:xfrm>
            <a:off x="9542885" y="1828194"/>
            <a:ext cx="611659" cy="1025611"/>
          </a:xfrm>
          <a:prstGeom prst="ellipse">
            <a:avLst/>
          </a:prstGeom>
          <a:solidFill>
            <a:srgbClr val="FF000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7" name="Google Shape;125;p4">
            <a:extLst>
              <a:ext uri="{FF2B5EF4-FFF2-40B4-BE49-F238E27FC236}">
                <a16:creationId xmlns:a16="http://schemas.microsoft.com/office/drawing/2014/main" id="{003848B3-7443-4B70-82C1-23E20A6601AF}"/>
              </a:ext>
            </a:extLst>
          </p:cNvPr>
          <p:cNvSpPr txBox="1"/>
          <p:nvPr/>
        </p:nvSpPr>
        <p:spPr>
          <a:xfrm>
            <a:off x="8730061" y="3964843"/>
            <a:ext cx="2923874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정방향</a:t>
            </a:r>
            <a:r>
              <a:rPr lang="ko-KR" altLang="en-US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스킬 </a:t>
            </a:r>
            <a:r>
              <a:rPr lang="en-US" altLang="ko-KR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r>
              <a:rPr lang="ko-KR" altLang="en-US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</a:t>
            </a:r>
            <a:endParaRPr lang="en-US" altLang="ko-KR" sz="18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궁극기</a:t>
            </a:r>
            <a:r>
              <a:rPr lang="ko-KR" altLang="en-US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altLang="ko-KR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r>
              <a:rPr lang="ko-KR" altLang="en-US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</a:t>
            </a:r>
            <a:r>
              <a:rPr lang="en-US" altLang="ko-KR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(</a:t>
            </a:r>
            <a:r>
              <a:rPr lang="ko-KR" altLang="en-US"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페이즈</a:t>
            </a:r>
            <a:r>
              <a:rPr lang="ko-KR" altLang="en-US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전환 </a:t>
            </a:r>
            <a:r>
              <a:rPr lang="ko-KR" altLang="en-US"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기믹인</a:t>
            </a:r>
            <a:r>
              <a:rPr lang="ko-KR" altLang="en-US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즉사 패턴임</a:t>
            </a:r>
            <a:r>
              <a:rPr lang="en-US" altLang="ko-KR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)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sz="18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B992B3B9-A8DD-4428-A6BA-2EFB5E6285D5}"/>
              </a:ext>
            </a:extLst>
          </p:cNvPr>
          <p:cNvSpPr txBox="1"/>
          <p:nvPr/>
        </p:nvSpPr>
        <p:spPr>
          <a:xfrm>
            <a:off x="9413874" y="1520417"/>
            <a:ext cx="196478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최종 보스</a:t>
            </a:r>
            <a:r>
              <a:rPr lang="en-US" altLang="ko-KR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3</a:t>
            </a:r>
            <a:r>
              <a:rPr lang="ko-KR" altLang="en-US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페이즈</a:t>
            </a:r>
            <a:endParaRPr lang="en-US" altLang="ko-KR" sz="14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0" name="Google Shape;158;p5">
            <a:extLst>
              <a:ext uri="{FF2B5EF4-FFF2-40B4-BE49-F238E27FC236}">
                <a16:creationId xmlns:a16="http://schemas.microsoft.com/office/drawing/2014/main" id="{11059D8D-4368-49D7-AC43-A0D50F0A461C}"/>
              </a:ext>
            </a:extLst>
          </p:cNvPr>
          <p:cNvSpPr/>
          <p:nvPr/>
        </p:nvSpPr>
        <p:spPr>
          <a:xfrm>
            <a:off x="8497593" y="1427854"/>
            <a:ext cx="3050308" cy="3743354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4" name="Google Shape;129;p4">
            <a:extLst>
              <a:ext uri="{FF2B5EF4-FFF2-40B4-BE49-F238E27FC236}">
                <a16:creationId xmlns:a16="http://schemas.microsoft.com/office/drawing/2014/main" id="{FEF1AE0B-5AC1-4D0B-ABFD-3B570084B718}"/>
              </a:ext>
            </a:extLst>
          </p:cNvPr>
          <p:cNvSpPr/>
          <p:nvPr/>
        </p:nvSpPr>
        <p:spPr>
          <a:xfrm>
            <a:off x="5460801" y="3034462"/>
            <a:ext cx="611659" cy="7378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 </a:t>
            </a:r>
            <a:r>
              <a:rPr lang="en-US" alt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P</a:t>
            </a:r>
            <a:endParaRPr sz="11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5" name="Google Shape;129;p4">
            <a:extLst>
              <a:ext uri="{FF2B5EF4-FFF2-40B4-BE49-F238E27FC236}">
                <a16:creationId xmlns:a16="http://schemas.microsoft.com/office/drawing/2014/main" id="{421F2B11-797A-466F-B0F8-6F67F540F6CB}"/>
              </a:ext>
            </a:extLst>
          </p:cNvPr>
          <p:cNvSpPr/>
          <p:nvPr/>
        </p:nvSpPr>
        <p:spPr>
          <a:xfrm>
            <a:off x="1229920" y="3018736"/>
            <a:ext cx="611659" cy="7378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 </a:t>
            </a:r>
            <a:r>
              <a:rPr lang="en-US" alt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O</a:t>
            </a:r>
            <a:endParaRPr sz="11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6" name="Google Shape;129;p4">
            <a:extLst>
              <a:ext uri="{FF2B5EF4-FFF2-40B4-BE49-F238E27FC236}">
                <a16:creationId xmlns:a16="http://schemas.microsoft.com/office/drawing/2014/main" id="{2824E930-B488-4EE2-A815-17F57CE0AE55}"/>
              </a:ext>
            </a:extLst>
          </p:cNvPr>
          <p:cNvSpPr/>
          <p:nvPr/>
        </p:nvSpPr>
        <p:spPr>
          <a:xfrm>
            <a:off x="556357" y="3011278"/>
            <a:ext cx="611659" cy="7378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 </a:t>
            </a:r>
            <a:r>
              <a:rPr lang="en-US" altLang="ko-KR" sz="11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S</a:t>
            </a:r>
            <a:endParaRPr sz="11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7" name="Google Shape;129;p4">
            <a:extLst>
              <a:ext uri="{FF2B5EF4-FFF2-40B4-BE49-F238E27FC236}">
                <a16:creationId xmlns:a16="http://schemas.microsoft.com/office/drawing/2014/main" id="{36A5644D-6D6C-4889-A857-920C7E11FBC6}"/>
              </a:ext>
            </a:extLst>
          </p:cNvPr>
          <p:cNvSpPr/>
          <p:nvPr/>
        </p:nvSpPr>
        <p:spPr>
          <a:xfrm>
            <a:off x="6134364" y="3029291"/>
            <a:ext cx="611659" cy="7378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 </a:t>
            </a:r>
            <a:r>
              <a:rPr lang="en-US" alt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N</a:t>
            </a:r>
            <a:endParaRPr sz="11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8" name="Google Shape;129;p4">
            <a:extLst>
              <a:ext uri="{FF2B5EF4-FFF2-40B4-BE49-F238E27FC236}">
                <a16:creationId xmlns:a16="http://schemas.microsoft.com/office/drawing/2014/main" id="{97CC69FD-8972-4502-A585-CA11B12C521F}"/>
              </a:ext>
            </a:extLst>
          </p:cNvPr>
          <p:cNvSpPr/>
          <p:nvPr/>
        </p:nvSpPr>
        <p:spPr>
          <a:xfrm>
            <a:off x="4753074" y="3027004"/>
            <a:ext cx="611659" cy="7378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 </a:t>
            </a:r>
            <a:r>
              <a:rPr lang="en-US" altLang="ko-KR" sz="11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S</a:t>
            </a:r>
            <a:endParaRPr sz="11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9" name="Google Shape;129;p4">
            <a:extLst>
              <a:ext uri="{FF2B5EF4-FFF2-40B4-BE49-F238E27FC236}">
                <a16:creationId xmlns:a16="http://schemas.microsoft.com/office/drawing/2014/main" id="{EED5ECBF-1FCA-4144-BA8C-DBF7810CB8F7}"/>
              </a:ext>
            </a:extLst>
          </p:cNvPr>
          <p:cNvSpPr/>
          <p:nvPr/>
        </p:nvSpPr>
        <p:spPr>
          <a:xfrm>
            <a:off x="10154544" y="3023907"/>
            <a:ext cx="611659" cy="7378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 </a:t>
            </a:r>
            <a:r>
              <a:rPr lang="en-US" alt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P</a:t>
            </a:r>
            <a:endParaRPr sz="11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0" name="Google Shape;129;p4">
            <a:extLst>
              <a:ext uri="{FF2B5EF4-FFF2-40B4-BE49-F238E27FC236}">
                <a16:creationId xmlns:a16="http://schemas.microsoft.com/office/drawing/2014/main" id="{D5F5E33A-EEB4-4FA5-A78D-237C2D86148C}"/>
              </a:ext>
            </a:extLst>
          </p:cNvPr>
          <p:cNvSpPr/>
          <p:nvPr/>
        </p:nvSpPr>
        <p:spPr>
          <a:xfrm>
            <a:off x="10828107" y="3018736"/>
            <a:ext cx="611659" cy="7378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 </a:t>
            </a:r>
            <a:r>
              <a:rPr lang="en-US" alt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N</a:t>
            </a:r>
            <a:endParaRPr sz="11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1" name="Google Shape;129;p4">
            <a:extLst>
              <a:ext uri="{FF2B5EF4-FFF2-40B4-BE49-F238E27FC236}">
                <a16:creationId xmlns:a16="http://schemas.microsoft.com/office/drawing/2014/main" id="{0269A9F7-B9C5-4620-B700-CFAEDC379FC2}"/>
              </a:ext>
            </a:extLst>
          </p:cNvPr>
          <p:cNvSpPr/>
          <p:nvPr/>
        </p:nvSpPr>
        <p:spPr>
          <a:xfrm>
            <a:off x="8815530" y="3010599"/>
            <a:ext cx="611659" cy="7378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 </a:t>
            </a:r>
            <a:r>
              <a:rPr lang="en-US" altLang="ko-KR" sz="11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S</a:t>
            </a:r>
            <a:endParaRPr sz="11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35E4D3D8-1CE0-4F7C-81F2-C56EBF5F4ECC}"/>
              </a:ext>
            </a:extLst>
          </p:cNvPr>
          <p:cNvCxnSpPr/>
          <p:nvPr/>
        </p:nvCxnSpPr>
        <p:spPr>
          <a:xfrm>
            <a:off x="7691014" y="3612858"/>
            <a:ext cx="6096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EE937679-2B98-4829-A13F-8C56A510AB47}"/>
              </a:ext>
            </a:extLst>
          </p:cNvPr>
          <p:cNvSpPr txBox="1"/>
          <p:nvPr/>
        </p:nvSpPr>
        <p:spPr>
          <a:xfrm>
            <a:off x="7532173" y="3018736"/>
            <a:ext cx="9525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/>
              <a:t>페이즈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ko-KR" altLang="en-US" dirty="0"/>
              <a:t>전환 </a:t>
            </a:r>
            <a:r>
              <a:rPr lang="ko-KR" altLang="en-US" dirty="0" err="1"/>
              <a:t>기믹</a:t>
            </a:r>
            <a:endParaRPr lang="ko-KR" altLang="en-US" dirty="0"/>
          </a:p>
        </p:txBody>
      </p: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71ACFF22-9F2C-49BD-85F9-A3761D38EBA4}"/>
              </a:ext>
            </a:extLst>
          </p:cNvPr>
          <p:cNvCxnSpPr/>
          <p:nvPr/>
        </p:nvCxnSpPr>
        <p:spPr>
          <a:xfrm>
            <a:off x="3559850" y="3481816"/>
            <a:ext cx="6096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80B4AD55-FB4A-4F8F-8202-75226D2C5DDE}"/>
              </a:ext>
            </a:extLst>
          </p:cNvPr>
          <p:cNvSpPr txBox="1"/>
          <p:nvPr/>
        </p:nvSpPr>
        <p:spPr>
          <a:xfrm>
            <a:off x="3401009" y="2887694"/>
            <a:ext cx="9525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/>
              <a:t>페이즈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ko-KR" altLang="en-US" dirty="0"/>
              <a:t>전환 </a:t>
            </a:r>
            <a:r>
              <a:rPr lang="ko-KR" altLang="en-US" dirty="0" err="1"/>
              <a:t>기믹</a:t>
            </a:r>
            <a:endParaRPr lang="ko-KR" altLang="en-US" dirty="0"/>
          </a:p>
        </p:txBody>
      </p:sp>
      <p:sp>
        <p:nvSpPr>
          <p:cNvPr id="56" name="Google Shape;129;p4">
            <a:extLst>
              <a:ext uri="{FF2B5EF4-FFF2-40B4-BE49-F238E27FC236}">
                <a16:creationId xmlns:a16="http://schemas.microsoft.com/office/drawing/2014/main" id="{CB401CDA-83E7-4C05-ADFA-ECB00C69BA91}"/>
              </a:ext>
            </a:extLst>
          </p:cNvPr>
          <p:cNvSpPr/>
          <p:nvPr/>
        </p:nvSpPr>
        <p:spPr>
          <a:xfrm>
            <a:off x="9488543" y="3013126"/>
            <a:ext cx="611659" cy="7378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 </a:t>
            </a:r>
            <a:r>
              <a:rPr lang="en-US" alt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O</a:t>
            </a:r>
            <a:endParaRPr sz="11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7" name="Google Shape;129;p4">
            <a:extLst>
              <a:ext uri="{FF2B5EF4-FFF2-40B4-BE49-F238E27FC236}">
                <a16:creationId xmlns:a16="http://schemas.microsoft.com/office/drawing/2014/main" id="{38E36677-336C-4F76-A5B0-FB7713CE9F38}"/>
              </a:ext>
            </a:extLst>
          </p:cNvPr>
          <p:cNvSpPr/>
          <p:nvPr/>
        </p:nvSpPr>
        <p:spPr>
          <a:xfrm>
            <a:off x="1956761" y="3018959"/>
            <a:ext cx="611659" cy="7378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 </a:t>
            </a:r>
            <a:r>
              <a:rPr lang="en-US" alt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P</a:t>
            </a:r>
            <a:endParaRPr sz="11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127310796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534F47-1FDD-477F-9166-1290D8412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버프</a:t>
            </a:r>
            <a:r>
              <a:rPr lang="en-US" altLang="ko-KR" dirty="0"/>
              <a:t>, </a:t>
            </a:r>
            <a:r>
              <a:rPr lang="ko-KR" altLang="en-US" dirty="0" err="1"/>
              <a:t>디버프</a:t>
            </a:r>
            <a:endParaRPr lang="ko-KR" altLang="en-US" dirty="0"/>
          </a:p>
        </p:txBody>
      </p:sp>
      <p:sp>
        <p:nvSpPr>
          <p:cNvPr id="4" name="Google Shape;195;p7">
            <a:extLst>
              <a:ext uri="{FF2B5EF4-FFF2-40B4-BE49-F238E27FC236}">
                <a16:creationId xmlns:a16="http://schemas.microsoft.com/office/drawing/2014/main" id="{7F78ED15-8D76-4781-A702-632EC5615C34}"/>
              </a:ext>
            </a:extLst>
          </p:cNvPr>
          <p:cNvSpPr/>
          <p:nvPr/>
        </p:nvSpPr>
        <p:spPr>
          <a:xfrm>
            <a:off x="3035505" y="4604378"/>
            <a:ext cx="611659" cy="7378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 A</a:t>
            </a:r>
            <a:endParaRPr sz="11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" name="Google Shape;196;p7">
            <a:extLst>
              <a:ext uri="{FF2B5EF4-FFF2-40B4-BE49-F238E27FC236}">
                <a16:creationId xmlns:a16="http://schemas.microsoft.com/office/drawing/2014/main" id="{35301C45-5B24-4807-A8CD-BE88D2C85D38}"/>
              </a:ext>
            </a:extLst>
          </p:cNvPr>
          <p:cNvSpPr/>
          <p:nvPr/>
        </p:nvSpPr>
        <p:spPr>
          <a:xfrm>
            <a:off x="6932161" y="4604378"/>
            <a:ext cx="611659" cy="7378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</a:t>
            </a:r>
            <a:r>
              <a:rPr lang="en-US" alt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 A</a:t>
            </a:r>
            <a:endParaRPr sz="11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" name="Google Shape;197;p7">
            <a:extLst>
              <a:ext uri="{FF2B5EF4-FFF2-40B4-BE49-F238E27FC236}">
                <a16:creationId xmlns:a16="http://schemas.microsoft.com/office/drawing/2014/main" id="{675791A5-1A9A-42C5-B46F-D6D56BDD20AF}"/>
              </a:ext>
            </a:extLst>
          </p:cNvPr>
          <p:cNvSpPr/>
          <p:nvPr/>
        </p:nvSpPr>
        <p:spPr>
          <a:xfrm>
            <a:off x="5957997" y="4604378"/>
            <a:ext cx="611659" cy="7378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 </a:t>
            </a:r>
            <a:r>
              <a:rPr lang="ko-KR" sz="1100" dirty="0" err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B</a:t>
            </a:r>
            <a:endParaRPr sz="11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" name="Google Shape;198;p7">
            <a:extLst>
              <a:ext uri="{FF2B5EF4-FFF2-40B4-BE49-F238E27FC236}">
                <a16:creationId xmlns:a16="http://schemas.microsoft.com/office/drawing/2014/main" id="{7728A773-4F3D-4AFF-AB12-B1A552E87E4E}"/>
              </a:ext>
            </a:extLst>
          </p:cNvPr>
          <p:cNvSpPr/>
          <p:nvPr/>
        </p:nvSpPr>
        <p:spPr>
          <a:xfrm>
            <a:off x="4983833" y="4604379"/>
            <a:ext cx="611659" cy="7378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 </a:t>
            </a:r>
            <a:r>
              <a:rPr lang="en-US" altLang="ko-KR" sz="11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B</a:t>
            </a:r>
            <a:endParaRPr sz="11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" name="Google Shape;199;p7">
            <a:extLst>
              <a:ext uri="{FF2B5EF4-FFF2-40B4-BE49-F238E27FC236}">
                <a16:creationId xmlns:a16="http://schemas.microsoft.com/office/drawing/2014/main" id="{B6B6D676-B471-48BE-836C-3BB5891DB3E9}"/>
              </a:ext>
            </a:extLst>
          </p:cNvPr>
          <p:cNvSpPr/>
          <p:nvPr/>
        </p:nvSpPr>
        <p:spPr>
          <a:xfrm>
            <a:off x="4009669" y="4604378"/>
            <a:ext cx="611659" cy="7378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 A</a:t>
            </a:r>
            <a:endParaRPr sz="11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" name="Google Shape;201;p7">
            <a:extLst>
              <a:ext uri="{FF2B5EF4-FFF2-40B4-BE49-F238E27FC236}">
                <a16:creationId xmlns:a16="http://schemas.microsoft.com/office/drawing/2014/main" id="{34EEC6C5-410E-4715-B5B9-A0B76A8AD815}"/>
              </a:ext>
            </a:extLst>
          </p:cNvPr>
          <p:cNvSpPr/>
          <p:nvPr/>
        </p:nvSpPr>
        <p:spPr>
          <a:xfrm>
            <a:off x="7906325" y="4604378"/>
            <a:ext cx="611659" cy="73782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 C</a:t>
            </a:r>
            <a:endParaRPr sz="11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" name="Google Shape;103;p3">
            <a:extLst>
              <a:ext uri="{FF2B5EF4-FFF2-40B4-BE49-F238E27FC236}">
                <a16:creationId xmlns:a16="http://schemas.microsoft.com/office/drawing/2014/main" id="{A2C0C180-BBE9-401C-BFD7-2902BA6D9E03}"/>
              </a:ext>
            </a:extLst>
          </p:cNvPr>
          <p:cNvSpPr/>
          <p:nvPr/>
        </p:nvSpPr>
        <p:spPr>
          <a:xfrm>
            <a:off x="2110151" y="1704661"/>
            <a:ext cx="8173994" cy="3931636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" name="Google Shape;104;p3">
            <a:extLst>
              <a:ext uri="{FF2B5EF4-FFF2-40B4-BE49-F238E27FC236}">
                <a16:creationId xmlns:a16="http://schemas.microsoft.com/office/drawing/2014/main" id="{26BA9BD7-1BCE-42C9-9B4A-FCBCA8D238F5}"/>
              </a:ext>
            </a:extLst>
          </p:cNvPr>
          <p:cNvSpPr/>
          <p:nvPr/>
        </p:nvSpPr>
        <p:spPr>
          <a:xfrm>
            <a:off x="8344908" y="2818954"/>
            <a:ext cx="611659" cy="1025611"/>
          </a:xfrm>
          <a:prstGeom prst="ellipse">
            <a:avLst/>
          </a:prstGeom>
          <a:solidFill>
            <a:srgbClr val="C55A1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" name="Google Shape;105;p3">
            <a:extLst>
              <a:ext uri="{FF2B5EF4-FFF2-40B4-BE49-F238E27FC236}">
                <a16:creationId xmlns:a16="http://schemas.microsoft.com/office/drawing/2014/main" id="{689CDC6C-E460-4718-A272-C519AA0A3F56}"/>
              </a:ext>
            </a:extLst>
          </p:cNvPr>
          <p:cNvSpPr/>
          <p:nvPr/>
        </p:nvSpPr>
        <p:spPr>
          <a:xfrm>
            <a:off x="7535026" y="2818954"/>
            <a:ext cx="611659" cy="1025611"/>
          </a:xfrm>
          <a:prstGeom prst="ellipse">
            <a:avLst/>
          </a:prstGeom>
          <a:solidFill>
            <a:srgbClr val="C55A1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" name="Google Shape;106;p3">
            <a:extLst>
              <a:ext uri="{FF2B5EF4-FFF2-40B4-BE49-F238E27FC236}">
                <a16:creationId xmlns:a16="http://schemas.microsoft.com/office/drawing/2014/main" id="{22EADA0A-75A7-4B74-96FB-C3A212FCD243}"/>
              </a:ext>
            </a:extLst>
          </p:cNvPr>
          <p:cNvSpPr/>
          <p:nvPr/>
        </p:nvSpPr>
        <p:spPr>
          <a:xfrm>
            <a:off x="9154790" y="2818954"/>
            <a:ext cx="611659" cy="1025611"/>
          </a:xfrm>
          <a:prstGeom prst="ellipse">
            <a:avLst/>
          </a:prstGeom>
          <a:solidFill>
            <a:srgbClr val="C55A1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" name="Google Shape;107;p3">
            <a:extLst>
              <a:ext uri="{FF2B5EF4-FFF2-40B4-BE49-F238E27FC236}">
                <a16:creationId xmlns:a16="http://schemas.microsoft.com/office/drawing/2014/main" id="{9E74B0B1-AF23-4378-8BDA-4DD85EC5275F}"/>
              </a:ext>
            </a:extLst>
          </p:cNvPr>
          <p:cNvSpPr/>
          <p:nvPr/>
        </p:nvSpPr>
        <p:spPr>
          <a:xfrm>
            <a:off x="3617548" y="2818954"/>
            <a:ext cx="611659" cy="1025611"/>
          </a:xfrm>
          <a:prstGeom prst="ellipse">
            <a:avLst/>
          </a:prstGeom>
          <a:solidFill>
            <a:schemeClr val="accent6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" name="Google Shape;108;p3">
            <a:extLst>
              <a:ext uri="{FF2B5EF4-FFF2-40B4-BE49-F238E27FC236}">
                <a16:creationId xmlns:a16="http://schemas.microsoft.com/office/drawing/2014/main" id="{86153803-4D3A-4E12-A125-7A2D7220795F}"/>
              </a:ext>
            </a:extLst>
          </p:cNvPr>
          <p:cNvSpPr/>
          <p:nvPr/>
        </p:nvSpPr>
        <p:spPr>
          <a:xfrm>
            <a:off x="2807666" y="2818954"/>
            <a:ext cx="611659" cy="1025611"/>
          </a:xfrm>
          <a:prstGeom prst="ellipse">
            <a:avLst/>
          </a:prstGeom>
          <a:solidFill>
            <a:schemeClr val="accent6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" name="Google Shape;109;p3">
            <a:extLst>
              <a:ext uri="{FF2B5EF4-FFF2-40B4-BE49-F238E27FC236}">
                <a16:creationId xmlns:a16="http://schemas.microsoft.com/office/drawing/2014/main" id="{DB8972F8-51E5-4034-B870-FCDEB488CC97}"/>
              </a:ext>
            </a:extLst>
          </p:cNvPr>
          <p:cNvSpPr/>
          <p:nvPr/>
        </p:nvSpPr>
        <p:spPr>
          <a:xfrm>
            <a:off x="4427430" y="2818954"/>
            <a:ext cx="611659" cy="1025611"/>
          </a:xfrm>
          <a:prstGeom prst="ellipse">
            <a:avLst/>
          </a:prstGeom>
          <a:solidFill>
            <a:schemeClr val="accent6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" name="Google Shape;110;p3">
            <a:extLst>
              <a:ext uri="{FF2B5EF4-FFF2-40B4-BE49-F238E27FC236}">
                <a16:creationId xmlns:a16="http://schemas.microsoft.com/office/drawing/2014/main" id="{A66B3C48-8650-4856-BBFC-825D5394C1EE}"/>
              </a:ext>
            </a:extLst>
          </p:cNvPr>
          <p:cNvSpPr/>
          <p:nvPr/>
        </p:nvSpPr>
        <p:spPr>
          <a:xfrm>
            <a:off x="2110151" y="4277053"/>
            <a:ext cx="8173994" cy="1359244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" name="Google Shape;111;p3">
            <a:extLst>
              <a:ext uri="{FF2B5EF4-FFF2-40B4-BE49-F238E27FC236}">
                <a16:creationId xmlns:a16="http://schemas.microsoft.com/office/drawing/2014/main" id="{8FAEE232-304B-44AE-91AB-DBAFAB64133A}"/>
              </a:ext>
            </a:extLst>
          </p:cNvPr>
          <p:cNvSpPr/>
          <p:nvPr/>
        </p:nvSpPr>
        <p:spPr>
          <a:xfrm>
            <a:off x="9074211" y="4402804"/>
            <a:ext cx="914400" cy="106667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0" i="0" u="none" strike="noStrike" cap="none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카드</a:t>
            </a:r>
            <a:endParaRPr sz="1800" b="0" i="0" u="none" strike="noStrike" cap="none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0" i="0" u="none" strike="noStrike" cap="none" dirty="0" err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덱</a:t>
            </a:r>
            <a:endParaRPr sz="1800" b="0" i="0" u="none" strike="noStrike" cap="none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" name="Google Shape;112;p3">
            <a:extLst>
              <a:ext uri="{FF2B5EF4-FFF2-40B4-BE49-F238E27FC236}">
                <a16:creationId xmlns:a16="http://schemas.microsoft.com/office/drawing/2014/main" id="{BEC64CB9-BC10-42A8-8EE1-C6FDEF4A9234}"/>
              </a:ext>
            </a:extLst>
          </p:cNvPr>
          <p:cNvSpPr txBox="1"/>
          <p:nvPr/>
        </p:nvSpPr>
        <p:spPr>
          <a:xfrm>
            <a:off x="3582876" y="2325371"/>
            <a:ext cx="6463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아군</a:t>
            </a:r>
            <a:endParaRPr/>
          </a:p>
        </p:txBody>
      </p:sp>
      <p:sp>
        <p:nvSpPr>
          <p:cNvPr id="20" name="Google Shape;113;p3">
            <a:extLst>
              <a:ext uri="{FF2B5EF4-FFF2-40B4-BE49-F238E27FC236}">
                <a16:creationId xmlns:a16="http://schemas.microsoft.com/office/drawing/2014/main" id="{EC5FB6D3-FDBC-49B2-90EC-874D85189972}"/>
              </a:ext>
            </a:extLst>
          </p:cNvPr>
          <p:cNvSpPr txBox="1"/>
          <p:nvPr/>
        </p:nvSpPr>
        <p:spPr>
          <a:xfrm>
            <a:off x="8212155" y="2314382"/>
            <a:ext cx="87716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몬스터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C44DD6A-0A0C-4A3E-ACBC-E0E432A2B4D0}"/>
              </a:ext>
            </a:extLst>
          </p:cNvPr>
          <p:cNvSpPr txBox="1"/>
          <p:nvPr/>
        </p:nvSpPr>
        <p:spPr>
          <a:xfrm>
            <a:off x="8965063" y="1690688"/>
            <a:ext cx="13612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전투 화면 예시</a:t>
            </a:r>
          </a:p>
        </p:txBody>
      </p:sp>
      <p:sp>
        <p:nvSpPr>
          <p:cNvPr id="27" name="Google Shape;157;p5">
            <a:extLst>
              <a:ext uri="{FF2B5EF4-FFF2-40B4-BE49-F238E27FC236}">
                <a16:creationId xmlns:a16="http://schemas.microsoft.com/office/drawing/2014/main" id="{2F55FA25-1EAB-4EC2-926B-72D04D0B8B67}"/>
              </a:ext>
            </a:extLst>
          </p:cNvPr>
          <p:cNvSpPr/>
          <p:nvPr/>
        </p:nvSpPr>
        <p:spPr>
          <a:xfrm>
            <a:off x="2683342" y="3811831"/>
            <a:ext cx="430153" cy="415218"/>
          </a:xfrm>
          <a:prstGeom prst="rect">
            <a:avLst/>
          </a:prstGeom>
          <a:noFill/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182FDCF5-BF39-43FF-A9C3-9ED2BABD9EEB}"/>
              </a:ext>
            </a:extLst>
          </p:cNvPr>
          <p:cNvCxnSpPr>
            <a:cxnSpLocks/>
          </p:cNvCxnSpPr>
          <p:nvPr/>
        </p:nvCxnSpPr>
        <p:spPr>
          <a:xfrm flipH="1" flipV="1">
            <a:off x="1760644" y="3797858"/>
            <a:ext cx="923395" cy="22764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A57A5712-FE11-4C4F-A64E-F804146010B8}"/>
              </a:ext>
            </a:extLst>
          </p:cNvPr>
          <p:cNvSpPr txBox="1"/>
          <p:nvPr/>
        </p:nvSpPr>
        <p:spPr>
          <a:xfrm>
            <a:off x="1338374" y="5849462"/>
            <a:ext cx="51700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한 개체마다 아래쪽에 버프</a:t>
            </a:r>
            <a:r>
              <a:rPr lang="en-US" altLang="ko-KR" dirty="0"/>
              <a:t>, </a:t>
            </a:r>
            <a:r>
              <a:rPr lang="ko-KR" altLang="en-US" dirty="0" err="1"/>
              <a:t>디버프가</a:t>
            </a:r>
            <a:r>
              <a:rPr lang="ko-KR" altLang="en-US" dirty="0"/>
              <a:t> 아이콘 형태로 표시된다</a:t>
            </a:r>
            <a:r>
              <a:rPr lang="en-US" altLang="ko-KR" dirty="0"/>
              <a:t>. </a:t>
            </a:r>
            <a:r>
              <a:rPr lang="ko-KR" altLang="en-US" dirty="0"/>
              <a:t> </a:t>
            </a:r>
            <a:endParaRPr lang="en-US" altLang="ko-KR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17399E8-7ABF-4669-B54D-31D237C784F5}"/>
              </a:ext>
            </a:extLst>
          </p:cNvPr>
          <p:cNvSpPr txBox="1"/>
          <p:nvPr/>
        </p:nvSpPr>
        <p:spPr>
          <a:xfrm>
            <a:off x="10482368" y="3429000"/>
            <a:ext cx="8078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err="1"/>
              <a:t>디버프</a:t>
            </a:r>
            <a:r>
              <a:rPr lang="ko-KR" altLang="en-US" dirty="0"/>
              <a:t> 표시</a:t>
            </a:r>
          </a:p>
        </p:txBody>
      </p:sp>
      <p:pic>
        <p:nvPicPr>
          <p:cNvPr id="32" name="그래픽 31" descr="갈라진 하트 단색으로 채워진">
            <a:extLst>
              <a:ext uri="{FF2B5EF4-FFF2-40B4-BE49-F238E27FC236}">
                <a16:creationId xmlns:a16="http://schemas.microsoft.com/office/drawing/2014/main" id="{32C73D49-7C47-401A-88F1-4F4E079357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06074" y="3840199"/>
            <a:ext cx="415218" cy="415218"/>
          </a:xfrm>
          <a:prstGeom prst="rect">
            <a:avLst/>
          </a:prstGeom>
        </p:spPr>
      </p:pic>
      <p:sp>
        <p:nvSpPr>
          <p:cNvPr id="33" name="Google Shape;157;p5">
            <a:extLst>
              <a:ext uri="{FF2B5EF4-FFF2-40B4-BE49-F238E27FC236}">
                <a16:creationId xmlns:a16="http://schemas.microsoft.com/office/drawing/2014/main" id="{284BE460-223A-4A9F-BDB2-24DDF96B6693}"/>
              </a:ext>
            </a:extLst>
          </p:cNvPr>
          <p:cNvSpPr/>
          <p:nvPr/>
        </p:nvSpPr>
        <p:spPr>
          <a:xfrm>
            <a:off x="9291139" y="3834141"/>
            <a:ext cx="430153" cy="415218"/>
          </a:xfrm>
          <a:prstGeom prst="rect">
            <a:avLst/>
          </a:prstGeom>
          <a:noFill/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EEF59992-90B0-40A3-BA3D-0E29949D9B15}"/>
              </a:ext>
            </a:extLst>
          </p:cNvPr>
          <p:cNvCxnSpPr>
            <a:cxnSpLocks/>
            <a:stCxn id="33" idx="3"/>
            <a:endCxn id="31" idx="1"/>
          </p:cNvCxnSpPr>
          <p:nvPr/>
        </p:nvCxnSpPr>
        <p:spPr>
          <a:xfrm flipV="1">
            <a:off x="9721292" y="3690610"/>
            <a:ext cx="761076" cy="35114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788DAA1A-A883-482B-84EF-960DCE8C09E2}"/>
              </a:ext>
            </a:extLst>
          </p:cNvPr>
          <p:cNvSpPr txBox="1"/>
          <p:nvPr/>
        </p:nvSpPr>
        <p:spPr>
          <a:xfrm>
            <a:off x="1094741" y="3388458"/>
            <a:ext cx="8078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버프 표시</a:t>
            </a:r>
          </a:p>
        </p:txBody>
      </p:sp>
      <p:pic>
        <p:nvPicPr>
          <p:cNvPr id="39" name="그래픽 38" descr="빛나는 하트 단색으로 채워진">
            <a:extLst>
              <a:ext uri="{FF2B5EF4-FFF2-40B4-BE49-F238E27FC236}">
                <a16:creationId xmlns:a16="http://schemas.microsoft.com/office/drawing/2014/main" id="{F7A19C31-5181-4EF0-A5C1-FD0F3B2FF93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698974" y="3802555"/>
            <a:ext cx="430153" cy="430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70085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ko-KR" altLang="en-US" dirty="0"/>
              <a:t>턴 시스템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6743269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ko-KR"/>
              <a:t>증강 시스템 </a:t>
            </a:r>
            <a:endParaRPr/>
          </a:p>
        </p:txBody>
      </p:sp>
      <p:sp>
        <p:nvSpPr>
          <p:cNvPr id="373" name="Google Shape;373;p18"/>
          <p:cNvSpPr/>
          <p:nvPr/>
        </p:nvSpPr>
        <p:spPr>
          <a:xfrm>
            <a:off x="2009003" y="1789543"/>
            <a:ext cx="8173994" cy="3931636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74" name="Google Shape;374;p18"/>
          <p:cNvSpPr/>
          <p:nvPr/>
        </p:nvSpPr>
        <p:spPr>
          <a:xfrm>
            <a:off x="2365290" y="2200468"/>
            <a:ext cx="2151105" cy="3396176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75" name="Google Shape;375;p18"/>
          <p:cNvSpPr/>
          <p:nvPr/>
        </p:nvSpPr>
        <p:spPr>
          <a:xfrm>
            <a:off x="5017233" y="2200468"/>
            <a:ext cx="2151105" cy="3396176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76" name="Google Shape;376;p18"/>
          <p:cNvSpPr/>
          <p:nvPr/>
        </p:nvSpPr>
        <p:spPr>
          <a:xfrm>
            <a:off x="7659004" y="2200468"/>
            <a:ext cx="2151105" cy="3396176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77" name="Google Shape;377;p18"/>
          <p:cNvSpPr/>
          <p:nvPr/>
        </p:nvSpPr>
        <p:spPr>
          <a:xfrm>
            <a:off x="3008870" y="5121876"/>
            <a:ext cx="827903" cy="30274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선택</a:t>
            </a:r>
            <a:endParaRPr/>
          </a:p>
        </p:txBody>
      </p:sp>
      <p:sp>
        <p:nvSpPr>
          <p:cNvPr id="378" name="Google Shape;378;p18"/>
          <p:cNvSpPr/>
          <p:nvPr/>
        </p:nvSpPr>
        <p:spPr>
          <a:xfrm>
            <a:off x="5678833" y="5121876"/>
            <a:ext cx="827903" cy="30274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선택</a:t>
            </a:r>
            <a:endParaRPr/>
          </a:p>
        </p:txBody>
      </p:sp>
      <p:sp>
        <p:nvSpPr>
          <p:cNvPr id="379" name="Google Shape;379;p18"/>
          <p:cNvSpPr/>
          <p:nvPr/>
        </p:nvSpPr>
        <p:spPr>
          <a:xfrm>
            <a:off x="8320604" y="5121876"/>
            <a:ext cx="827903" cy="30274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선택</a:t>
            </a:r>
            <a:endParaRPr/>
          </a:p>
        </p:txBody>
      </p:sp>
      <p:sp>
        <p:nvSpPr>
          <p:cNvPr id="380" name="Google Shape;380;p18"/>
          <p:cNvSpPr/>
          <p:nvPr/>
        </p:nvSpPr>
        <p:spPr>
          <a:xfrm>
            <a:off x="2644346" y="2489886"/>
            <a:ext cx="1624913" cy="1649628"/>
          </a:xfrm>
          <a:prstGeom prst="rect">
            <a:avLst/>
          </a:prstGeom>
          <a:solidFill>
            <a:schemeClr val="accent3"/>
          </a:solidFill>
          <a:ln w="12700" cap="flat" cmpd="sng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1</a:t>
            </a:r>
            <a:r>
              <a:rPr lang="ko-KR" altLang="en-US" dirty="0"/>
              <a:t>번 아군</a:t>
            </a:r>
            <a:endParaRPr lang="en-US" altLang="ko-KR"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최대 </a:t>
            </a:r>
            <a:r>
              <a:rPr lang="en-US" altLang="ko-KR" dirty="0"/>
              <a:t>HP +100</a:t>
            </a:r>
            <a:endParaRPr dirty="0"/>
          </a:p>
        </p:txBody>
      </p:sp>
      <p:sp>
        <p:nvSpPr>
          <p:cNvPr id="381" name="Google Shape;381;p18"/>
          <p:cNvSpPr/>
          <p:nvPr/>
        </p:nvSpPr>
        <p:spPr>
          <a:xfrm>
            <a:off x="5280327" y="2489886"/>
            <a:ext cx="1624913" cy="1649628"/>
          </a:xfrm>
          <a:prstGeom prst="rect">
            <a:avLst/>
          </a:prstGeom>
          <a:solidFill>
            <a:schemeClr val="accent3"/>
          </a:solidFill>
          <a:ln w="12700" cap="flat" cmpd="sng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tx1"/>
                </a:solidFill>
                <a:latin typeface="Malgun Gothic"/>
                <a:ea typeface="Malgun Gothic"/>
                <a:sym typeface="Malgun Gothic"/>
              </a:rPr>
              <a:t>2</a:t>
            </a:r>
            <a:r>
              <a:rPr lang="ko-KR" altLang="en-US" dirty="0">
                <a:solidFill>
                  <a:schemeClr val="tx1"/>
                </a:solidFill>
                <a:latin typeface="Malgun Gothic"/>
                <a:ea typeface="Malgun Gothic"/>
                <a:sym typeface="Malgun Gothic"/>
              </a:rPr>
              <a:t>번 아군</a:t>
            </a:r>
            <a:endParaRPr lang="en-US" altLang="ko-KR" dirty="0">
              <a:solidFill>
                <a:schemeClr val="tx1"/>
              </a:solidFill>
              <a:latin typeface="Malgun Gothic"/>
              <a:ea typeface="Malgun Gothic"/>
              <a:sym typeface="Malgun Gothic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>
                <a:solidFill>
                  <a:schemeClr val="tx1"/>
                </a:solidFill>
                <a:latin typeface="Malgun Gothic"/>
                <a:ea typeface="Malgun Gothic"/>
                <a:sym typeface="Malgun Gothic"/>
              </a:rPr>
              <a:t>공격력 </a:t>
            </a:r>
            <a:r>
              <a:rPr lang="en-US" altLang="ko-KR" dirty="0">
                <a:solidFill>
                  <a:schemeClr val="tx1"/>
                </a:solidFill>
                <a:latin typeface="Malgun Gothic"/>
                <a:ea typeface="Malgun Gothic"/>
                <a:sym typeface="Malgun Gothic"/>
              </a:rPr>
              <a:t>+10%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chemeClr val="tx1"/>
              </a:solidFill>
            </a:endParaRPr>
          </a:p>
        </p:txBody>
      </p:sp>
      <p:sp>
        <p:nvSpPr>
          <p:cNvPr id="382" name="Google Shape;382;p18"/>
          <p:cNvSpPr/>
          <p:nvPr/>
        </p:nvSpPr>
        <p:spPr>
          <a:xfrm>
            <a:off x="7922741" y="2489886"/>
            <a:ext cx="1624913" cy="1649628"/>
          </a:xfrm>
          <a:prstGeom prst="rect">
            <a:avLst/>
          </a:prstGeom>
          <a:solidFill>
            <a:schemeClr val="accent3"/>
          </a:solidFill>
          <a:ln w="12700" cap="flat" cmpd="sng">
            <a:solidFill>
              <a:srgbClr val="7030A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>
                <a:solidFill>
                  <a:schemeClr val="tx1"/>
                </a:solidFill>
                <a:latin typeface="Malgun Gothic"/>
                <a:ea typeface="Malgun Gothic"/>
                <a:sym typeface="Malgun Gothic"/>
              </a:rPr>
              <a:t>1</a:t>
            </a:r>
            <a:r>
              <a:rPr lang="ko-KR" altLang="en-US" dirty="0">
                <a:solidFill>
                  <a:schemeClr val="tx1"/>
                </a:solidFill>
                <a:latin typeface="Malgun Gothic"/>
                <a:ea typeface="Malgun Gothic"/>
                <a:sym typeface="Malgun Gothic"/>
              </a:rPr>
              <a:t>번 아군 스킬</a:t>
            </a:r>
            <a:endParaRPr lang="en-US" altLang="ko-KR" dirty="0">
              <a:solidFill>
                <a:schemeClr val="tx1"/>
              </a:solidFill>
              <a:latin typeface="Malgun Gothic"/>
              <a:ea typeface="Malgun Gothic"/>
              <a:sym typeface="Malgun Gothic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>
                <a:solidFill>
                  <a:schemeClr val="tx1"/>
                </a:solidFill>
                <a:latin typeface="Malgun Gothic"/>
                <a:ea typeface="Malgun Gothic"/>
                <a:sym typeface="Malgun Gothic"/>
              </a:rPr>
              <a:t>범위 </a:t>
            </a:r>
            <a:r>
              <a:rPr lang="en-US" altLang="ko-KR" dirty="0">
                <a:solidFill>
                  <a:schemeClr val="tx1"/>
                </a:solidFill>
                <a:latin typeface="Malgun Gothic"/>
                <a:ea typeface="Malgun Gothic"/>
                <a:sym typeface="Malgun Gothic"/>
              </a:rPr>
              <a:t>+1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>
              <a:solidFill>
                <a:schemeClr val="tx1"/>
              </a:solidFill>
              <a:latin typeface="Malgun Gothic"/>
              <a:ea typeface="Malgun Gothic"/>
              <a:sym typeface="Malgun Gothic"/>
            </a:endParaRPr>
          </a:p>
        </p:txBody>
      </p:sp>
      <p:sp>
        <p:nvSpPr>
          <p:cNvPr id="383" name="Google Shape;383;p18"/>
          <p:cNvSpPr txBox="1"/>
          <p:nvPr/>
        </p:nvSpPr>
        <p:spPr>
          <a:xfrm>
            <a:off x="1693907" y="5721179"/>
            <a:ext cx="6407523" cy="1077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전투 노드를 승리하고 나서 확정적으로 등장하는 단계</a:t>
            </a:r>
            <a:endParaRPr sz="16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캐릭터</a:t>
            </a: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의 </a:t>
            </a:r>
            <a:r>
              <a:rPr lang="ko-KR" altLang="en-US" sz="16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스탯을</a:t>
            </a:r>
            <a:r>
              <a:rPr 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성장 시킬 수 있는 선택지 3개를 제시한다. </a:t>
            </a:r>
            <a:endParaRPr lang="en-US" altLang="ko-KR" sz="16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sym typeface="Malgun Gothic"/>
              </a:rPr>
              <a:t>낮은 확률로 스킬을 성장 시킬 수 있는 증강이 등장한다</a:t>
            </a: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sym typeface="Malgun Gothic"/>
              </a:rPr>
              <a:t>. </a:t>
            </a:r>
            <a:endParaRPr lang="ko-KR" altLang="en-US" sz="12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선택지를 선택하면 해당 내용이 바로 적용된다. </a:t>
            </a:r>
            <a:endParaRPr sz="1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F25D608-FFED-4492-96A6-92115EB00D20}"/>
              </a:ext>
            </a:extLst>
          </p:cNvPr>
          <p:cNvSpPr txBox="1"/>
          <p:nvPr/>
        </p:nvSpPr>
        <p:spPr>
          <a:xfrm>
            <a:off x="8101430" y="1229736"/>
            <a:ext cx="18197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전투 노드 클리어 후 </a:t>
            </a:r>
            <a:endParaRPr lang="en-US" altLang="ko-KR" dirty="0"/>
          </a:p>
          <a:p>
            <a:r>
              <a:rPr lang="ko-KR" altLang="en-US" dirty="0"/>
              <a:t>증강 보상 예시</a:t>
            </a:r>
          </a:p>
        </p:txBody>
      </p:sp>
    </p:spTree>
    <p:extLst>
      <p:ext uri="{BB962C8B-B14F-4D97-AF65-F5344CB8AC3E}">
        <p14:creationId xmlns:p14="http://schemas.microsoft.com/office/powerpoint/2010/main" val="149960671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ko-KR"/>
              <a:t>증강 시스템 </a:t>
            </a:r>
            <a:endParaRPr/>
          </a:p>
        </p:txBody>
      </p:sp>
      <p:sp>
        <p:nvSpPr>
          <p:cNvPr id="373" name="Google Shape;373;p18"/>
          <p:cNvSpPr/>
          <p:nvPr/>
        </p:nvSpPr>
        <p:spPr>
          <a:xfrm>
            <a:off x="2009003" y="1789543"/>
            <a:ext cx="8173994" cy="3931636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74" name="Google Shape;374;p18"/>
          <p:cNvSpPr/>
          <p:nvPr/>
        </p:nvSpPr>
        <p:spPr>
          <a:xfrm>
            <a:off x="2365290" y="2200468"/>
            <a:ext cx="2151105" cy="3396176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75" name="Google Shape;375;p18"/>
          <p:cNvSpPr/>
          <p:nvPr/>
        </p:nvSpPr>
        <p:spPr>
          <a:xfrm>
            <a:off x="5017233" y="2200468"/>
            <a:ext cx="2151105" cy="3396176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76" name="Google Shape;376;p18"/>
          <p:cNvSpPr/>
          <p:nvPr/>
        </p:nvSpPr>
        <p:spPr>
          <a:xfrm>
            <a:off x="7659004" y="2200468"/>
            <a:ext cx="2151105" cy="3396176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77" name="Google Shape;377;p18"/>
          <p:cNvSpPr/>
          <p:nvPr/>
        </p:nvSpPr>
        <p:spPr>
          <a:xfrm>
            <a:off x="3008870" y="5121876"/>
            <a:ext cx="827903" cy="30274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선택</a:t>
            </a:r>
            <a:endParaRPr/>
          </a:p>
        </p:txBody>
      </p:sp>
      <p:sp>
        <p:nvSpPr>
          <p:cNvPr id="378" name="Google Shape;378;p18"/>
          <p:cNvSpPr/>
          <p:nvPr/>
        </p:nvSpPr>
        <p:spPr>
          <a:xfrm>
            <a:off x="5678833" y="5121876"/>
            <a:ext cx="827903" cy="30274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선택</a:t>
            </a:r>
            <a:endParaRPr/>
          </a:p>
        </p:txBody>
      </p:sp>
      <p:sp>
        <p:nvSpPr>
          <p:cNvPr id="379" name="Google Shape;379;p18"/>
          <p:cNvSpPr/>
          <p:nvPr/>
        </p:nvSpPr>
        <p:spPr>
          <a:xfrm>
            <a:off x="8320604" y="5121876"/>
            <a:ext cx="827903" cy="30274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선택</a:t>
            </a:r>
            <a:endParaRPr/>
          </a:p>
        </p:txBody>
      </p:sp>
      <p:sp>
        <p:nvSpPr>
          <p:cNvPr id="380" name="Google Shape;380;p18"/>
          <p:cNvSpPr/>
          <p:nvPr/>
        </p:nvSpPr>
        <p:spPr>
          <a:xfrm>
            <a:off x="2644346" y="2489886"/>
            <a:ext cx="1624913" cy="1649628"/>
          </a:xfrm>
          <a:prstGeom prst="rect">
            <a:avLst/>
          </a:prstGeom>
          <a:solidFill>
            <a:schemeClr val="accent3"/>
          </a:solidFill>
          <a:ln w="12700" cap="flat" cmpd="sng">
            <a:solidFill>
              <a:srgbClr val="7030A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1</a:t>
            </a:r>
            <a:r>
              <a:rPr lang="ko-KR" altLang="en-US" dirty="0"/>
              <a:t>번 아군 스킬</a:t>
            </a:r>
            <a:endParaRPr lang="en-US" altLang="ko-KR"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적용 턴 </a:t>
            </a:r>
            <a:r>
              <a:rPr lang="en-US" altLang="ko-KR" dirty="0"/>
              <a:t>+1</a:t>
            </a:r>
            <a:endParaRPr dirty="0"/>
          </a:p>
        </p:txBody>
      </p:sp>
      <p:sp>
        <p:nvSpPr>
          <p:cNvPr id="381" name="Google Shape;381;p18"/>
          <p:cNvSpPr/>
          <p:nvPr/>
        </p:nvSpPr>
        <p:spPr>
          <a:xfrm>
            <a:off x="5280327" y="2489886"/>
            <a:ext cx="1624913" cy="1649628"/>
          </a:xfrm>
          <a:prstGeom prst="rect">
            <a:avLst/>
          </a:prstGeom>
          <a:solidFill>
            <a:schemeClr val="accent3"/>
          </a:solidFill>
          <a:ln w="12700" cap="flat" cmpd="sng">
            <a:solidFill>
              <a:srgbClr val="7030A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tx1"/>
                </a:solidFill>
                <a:latin typeface="Malgun Gothic"/>
                <a:ea typeface="Malgun Gothic"/>
                <a:sym typeface="Malgun Gothic"/>
              </a:rPr>
              <a:t>2</a:t>
            </a:r>
            <a:r>
              <a:rPr lang="ko-KR" altLang="en-US" dirty="0">
                <a:solidFill>
                  <a:schemeClr val="tx1"/>
                </a:solidFill>
                <a:latin typeface="Malgun Gothic"/>
                <a:ea typeface="Malgun Gothic"/>
                <a:sym typeface="Malgun Gothic"/>
              </a:rPr>
              <a:t>번 아군</a:t>
            </a:r>
            <a:r>
              <a:rPr lang="en-US" altLang="ko-KR" dirty="0">
                <a:solidFill>
                  <a:schemeClr val="tx1"/>
                </a:solidFill>
                <a:latin typeface="Malgun Gothic"/>
                <a:ea typeface="Malgun Gothic"/>
                <a:sym typeface="Malgun Gothic"/>
              </a:rPr>
              <a:t> </a:t>
            </a:r>
            <a:r>
              <a:rPr lang="ko-KR" altLang="en-US" dirty="0">
                <a:solidFill>
                  <a:schemeClr val="tx1"/>
                </a:solidFill>
                <a:latin typeface="Malgun Gothic"/>
                <a:ea typeface="Malgun Gothic"/>
                <a:sym typeface="Malgun Gothic"/>
              </a:rPr>
              <a:t>스킬</a:t>
            </a:r>
            <a:endParaRPr lang="en-US" altLang="ko-KR" dirty="0">
              <a:solidFill>
                <a:schemeClr val="tx1"/>
              </a:solidFill>
              <a:latin typeface="Malgun Gothic"/>
              <a:ea typeface="Malgun Gothic"/>
              <a:sym typeface="Malgun Gothic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 err="1">
                <a:solidFill>
                  <a:schemeClr val="tx1"/>
                </a:solidFill>
                <a:latin typeface="Malgun Gothic"/>
                <a:ea typeface="Malgun Gothic"/>
                <a:sym typeface="Malgun Gothic"/>
              </a:rPr>
              <a:t>회복량</a:t>
            </a:r>
            <a:r>
              <a:rPr lang="ko-KR" altLang="en-US" dirty="0">
                <a:solidFill>
                  <a:schemeClr val="tx1"/>
                </a:solidFill>
                <a:latin typeface="Malgun Gothic"/>
                <a:ea typeface="Malgun Gothic"/>
                <a:sym typeface="Malgun Gothic"/>
              </a:rPr>
              <a:t> </a:t>
            </a:r>
            <a:r>
              <a:rPr lang="en-US" altLang="ko-KR" dirty="0">
                <a:solidFill>
                  <a:schemeClr val="tx1"/>
                </a:solidFill>
                <a:latin typeface="Malgun Gothic"/>
                <a:ea typeface="Malgun Gothic"/>
                <a:sym typeface="Malgun Gothic"/>
              </a:rPr>
              <a:t>+ 10%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chemeClr val="tx1"/>
              </a:solidFill>
            </a:endParaRPr>
          </a:p>
        </p:txBody>
      </p:sp>
      <p:sp>
        <p:nvSpPr>
          <p:cNvPr id="382" name="Google Shape;382;p18"/>
          <p:cNvSpPr/>
          <p:nvPr/>
        </p:nvSpPr>
        <p:spPr>
          <a:xfrm>
            <a:off x="7922741" y="2489886"/>
            <a:ext cx="1624913" cy="1649628"/>
          </a:xfrm>
          <a:prstGeom prst="rect">
            <a:avLst/>
          </a:prstGeom>
          <a:solidFill>
            <a:schemeClr val="accent3"/>
          </a:solidFill>
          <a:ln w="12700" cap="flat" cmpd="sng">
            <a:solidFill>
              <a:srgbClr val="7030A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>
                <a:solidFill>
                  <a:schemeClr val="tx1"/>
                </a:solidFill>
                <a:latin typeface="Malgun Gothic"/>
                <a:ea typeface="Malgun Gothic"/>
                <a:sym typeface="Malgun Gothic"/>
              </a:rPr>
              <a:t>1</a:t>
            </a:r>
            <a:r>
              <a:rPr lang="ko-KR" altLang="en-US" dirty="0">
                <a:solidFill>
                  <a:schemeClr val="tx1"/>
                </a:solidFill>
                <a:latin typeface="Malgun Gothic"/>
                <a:ea typeface="Malgun Gothic"/>
                <a:sym typeface="Malgun Gothic"/>
              </a:rPr>
              <a:t>번 아군 스킬</a:t>
            </a:r>
            <a:endParaRPr lang="en-US" altLang="ko-KR" dirty="0">
              <a:solidFill>
                <a:schemeClr val="tx1"/>
              </a:solidFill>
              <a:latin typeface="Malgun Gothic"/>
              <a:ea typeface="Malgun Gothic"/>
              <a:sym typeface="Malgun Gothic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>
                <a:solidFill>
                  <a:schemeClr val="tx1"/>
                </a:solidFill>
                <a:latin typeface="Malgun Gothic"/>
                <a:ea typeface="Malgun Gothic"/>
                <a:sym typeface="Malgun Gothic"/>
              </a:rPr>
              <a:t>범위 </a:t>
            </a:r>
            <a:r>
              <a:rPr lang="en-US" altLang="ko-KR" dirty="0">
                <a:solidFill>
                  <a:schemeClr val="tx1"/>
                </a:solidFill>
                <a:latin typeface="Malgun Gothic"/>
                <a:ea typeface="Malgun Gothic"/>
                <a:sym typeface="Malgun Gothic"/>
              </a:rPr>
              <a:t>+1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>
              <a:solidFill>
                <a:schemeClr val="tx1"/>
              </a:solidFill>
              <a:latin typeface="Malgun Gothic"/>
              <a:ea typeface="Malgun Gothic"/>
              <a:sym typeface="Malgun Gothic"/>
            </a:endParaRPr>
          </a:p>
        </p:txBody>
      </p:sp>
      <p:sp>
        <p:nvSpPr>
          <p:cNvPr id="383" name="Google Shape;383;p18"/>
          <p:cNvSpPr txBox="1"/>
          <p:nvPr/>
        </p:nvSpPr>
        <p:spPr>
          <a:xfrm>
            <a:off x="1693907" y="5873191"/>
            <a:ext cx="6407523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/>
              <a:t>중간 보스 노드를 클리어하면 스킬 관련 증강 선택지만 주어진다</a:t>
            </a:r>
            <a:r>
              <a:rPr lang="en-US" altLang="ko-KR" sz="1200" dirty="0"/>
              <a:t>. </a:t>
            </a:r>
            <a:r>
              <a:rPr lang="ko-KR" altLang="en-US" sz="1200" dirty="0"/>
              <a:t> </a:t>
            </a:r>
            <a:endParaRPr sz="1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AD0D3D7-AF4E-44D1-BC80-8C2F7ED918A7}"/>
              </a:ext>
            </a:extLst>
          </p:cNvPr>
          <p:cNvSpPr txBox="1"/>
          <p:nvPr/>
        </p:nvSpPr>
        <p:spPr>
          <a:xfrm>
            <a:off x="8101430" y="1229736"/>
            <a:ext cx="22284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중간 보스 노드 클리어 후 </a:t>
            </a:r>
            <a:endParaRPr lang="en-US" altLang="ko-KR" dirty="0"/>
          </a:p>
          <a:p>
            <a:r>
              <a:rPr lang="ko-KR" altLang="en-US" dirty="0"/>
              <a:t>증강 보상 예시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ko-KR" altLang="en-US" dirty="0"/>
              <a:t>캐릭터 토템화</a:t>
            </a:r>
            <a:r>
              <a:rPr lang="ko-KR" dirty="0"/>
              <a:t> 시스템</a:t>
            </a:r>
            <a:endParaRPr dirty="0"/>
          </a:p>
        </p:txBody>
      </p:sp>
      <p:sp>
        <p:nvSpPr>
          <p:cNvPr id="265" name="Google Shape;265;p17"/>
          <p:cNvSpPr/>
          <p:nvPr/>
        </p:nvSpPr>
        <p:spPr>
          <a:xfrm>
            <a:off x="2009003" y="1789543"/>
            <a:ext cx="8173994" cy="3931636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6" name="Google Shape;266;p17"/>
          <p:cNvSpPr/>
          <p:nvPr/>
        </p:nvSpPr>
        <p:spPr>
          <a:xfrm>
            <a:off x="5786957" y="2872945"/>
            <a:ext cx="611659" cy="1025611"/>
          </a:xfrm>
          <a:prstGeom prst="ellipse">
            <a:avLst/>
          </a:prstGeom>
          <a:solidFill>
            <a:schemeClr val="accent6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7" name="Google Shape;267;p17"/>
          <p:cNvSpPr/>
          <p:nvPr/>
        </p:nvSpPr>
        <p:spPr>
          <a:xfrm>
            <a:off x="3145186" y="2872945"/>
            <a:ext cx="611659" cy="1025611"/>
          </a:xfrm>
          <a:prstGeom prst="ellipse">
            <a:avLst/>
          </a:prstGeom>
          <a:solidFill>
            <a:schemeClr val="accent6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8" name="Google Shape;268;p17"/>
          <p:cNvSpPr/>
          <p:nvPr/>
        </p:nvSpPr>
        <p:spPr>
          <a:xfrm>
            <a:off x="8428728" y="2872945"/>
            <a:ext cx="611659" cy="1025611"/>
          </a:xfrm>
          <a:prstGeom prst="ellipse">
            <a:avLst/>
          </a:prstGeom>
          <a:solidFill>
            <a:schemeClr val="accent6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9" name="Google Shape;269;p17"/>
          <p:cNvSpPr txBox="1"/>
          <p:nvPr/>
        </p:nvSpPr>
        <p:spPr>
          <a:xfrm>
            <a:off x="1165410" y="5746604"/>
            <a:ext cx="10054200" cy="861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아군 팀의 캐릭터 전체의 </a:t>
            </a:r>
            <a:r>
              <a:rPr lang="ko-KR"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hp가</a:t>
            </a:r>
            <a:r>
              <a:rPr lang="ko-KR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0이 되었을 때 패배 판정 이후 </a:t>
            </a:r>
            <a:r>
              <a:rPr lang="ko-KR" altLang="en-US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캐릭터 토템화 </a:t>
            </a:r>
            <a:r>
              <a:rPr lang="ko-KR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단계로 넘어간다.</a:t>
            </a:r>
            <a:endParaRPr lang="en-US" altLang="ko-KR" sz="18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 단계에서 </a:t>
            </a:r>
            <a:r>
              <a:rPr lang="ko-KR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패배 판정 당시 </a:t>
            </a:r>
            <a:r>
              <a:rPr lang="ko-KR"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스탯의</a:t>
            </a:r>
            <a:r>
              <a:rPr lang="ko-KR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아군 캐릭터 중 하나를 선택해 토템으로 만들 수 있다.</a:t>
            </a:r>
            <a:endParaRPr dirty="0"/>
          </a:p>
        </p:txBody>
      </p:sp>
      <p:sp>
        <p:nvSpPr>
          <p:cNvPr id="270" name="Google Shape;270;p17"/>
          <p:cNvSpPr/>
          <p:nvPr/>
        </p:nvSpPr>
        <p:spPr>
          <a:xfrm>
            <a:off x="2365290" y="2200468"/>
            <a:ext cx="2151000" cy="3396300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1" name="Google Shape;271;p17"/>
          <p:cNvSpPr/>
          <p:nvPr/>
        </p:nvSpPr>
        <p:spPr>
          <a:xfrm>
            <a:off x="5017233" y="2200468"/>
            <a:ext cx="2151105" cy="3396176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2" name="Google Shape;272;p17"/>
          <p:cNvSpPr/>
          <p:nvPr/>
        </p:nvSpPr>
        <p:spPr>
          <a:xfrm>
            <a:off x="7659004" y="2200468"/>
            <a:ext cx="2151105" cy="3396176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3" name="Google Shape;273;p17"/>
          <p:cNvSpPr/>
          <p:nvPr/>
        </p:nvSpPr>
        <p:spPr>
          <a:xfrm>
            <a:off x="3008870" y="5121876"/>
            <a:ext cx="827903" cy="30274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선택</a:t>
            </a:r>
            <a:endParaRPr/>
          </a:p>
        </p:txBody>
      </p:sp>
      <p:sp>
        <p:nvSpPr>
          <p:cNvPr id="274" name="Google Shape;274;p17"/>
          <p:cNvSpPr/>
          <p:nvPr/>
        </p:nvSpPr>
        <p:spPr>
          <a:xfrm>
            <a:off x="5678833" y="5121876"/>
            <a:ext cx="827903" cy="30274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선택</a:t>
            </a:r>
            <a:endParaRPr/>
          </a:p>
        </p:txBody>
      </p:sp>
      <p:sp>
        <p:nvSpPr>
          <p:cNvPr id="275" name="Google Shape;275;p17"/>
          <p:cNvSpPr/>
          <p:nvPr/>
        </p:nvSpPr>
        <p:spPr>
          <a:xfrm>
            <a:off x="8320604" y="5121876"/>
            <a:ext cx="827903" cy="30274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선택</a:t>
            </a: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2259D55-B507-49A8-BF55-EDB41DBFEEA1}"/>
              </a:ext>
            </a:extLst>
          </p:cNvPr>
          <p:cNvSpPr txBox="1"/>
          <p:nvPr/>
        </p:nvSpPr>
        <p:spPr>
          <a:xfrm>
            <a:off x="3104606" y="2228929"/>
            <a:ext cx="6928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아군 </a:t>
            </a:r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3D23063-B1CA-408B-94B4-4584DA9E6616}"/>
              </a:ext>
            </a:extLst>
          </p:cNvPr>
          <p:cNvSpPr txBox="1"/>
          <p:nvPr/>
        </p:nvSpPr>
        <p:spPr>
          <a:xfrm>
            <a:off x="5746375" y="2228929"/>
            <a:ext cx="6928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아군 </a:t>
            </a:r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FA48E99-8B5B-4974-920D-B689A97C2F89}"/>
              </a:ext>
            </a:extLst>
          </p:cNvPr>
          <p:cNvSpPr txBox="1"/>
          <p:nvPr/>
        </p:nvSpPr>
        <p:spPr>
          <a:xfrm>
            <a:off x="8388146" y="2228928"/>
            <a:ext cx="6928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아군 </a:t>
            </a:r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17" name="Google Shape;287;p12">
            <a:extLst>
              <a:ext uri="{FF2B5EF4-FFF2-40B4-BE49-F238E27FC236}">
                <a16:creationId xmlns:a16="http://schemas.microsoft.com/office/drawing/2014/main" id="{4B668B8E-4728-48B2-B2E4-03FD3B40733A}"/>
              </a:ext>
            </a:extLst>
          </p:cNvPr>
          <p:cNvSpPr txBox="1"/>
          <p:nvPr/>
        </p:nvSpPr>
        <p:spPr>
          <a:xfrm>
            <a:off x="2755953" y="4022811"/>
            <a:ext cx="1390124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공격력: 100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방어력: 20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Hp</a:t>
            </a:r>
            <a:r>
              <a:rPr lang="ko-KR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: 80</a:t>
            </a:r>
            <a:endParaRPr sz="18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" name="Google Shape;287;p12">
            <a:extLst>
              <a:ext uri="{FF2B5EF4-FFF2-40B4-BE49-F238E27FC236}">
                <a16:creationId xmlns:a16="http://schemas.microsoft.com/office/drawing/2014/main" id="{02C4D911-1ACB-427F-942F-85A1F7AF44AB}"/>
              </a:ext>
            </a:extLst>
          </p:cNvPr>
          <p:cNvSpPr txBox="1"/>
          <p:nvPr/>
        </p:nvSpPr>
        <p:spPr>
          <a:xfrm>
            <a:off x="5397722" y="3993084"/>
            <a:ext cx="1390124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공격력: </a:t>
            </a:r>
            <a:r>
              <a:rPr lang="en-US" altLang="ko-KR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r>
              <a:rPr lang="ko-KR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0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방어력: </a:t>
            </a:r>
            <a:r>
              <a:rPr lang="en-US" altLang="ko-KR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r>
              <a:rPr lang="ko-KR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20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Hp</a:t>
            </a:r>
            <a:r>
              <a:rPr lang="ko-KR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: 80</a:t>
            </a:r>
            <a:endParaRPr sz="18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" name="Google Shape;287;p12">
            <a:extLst>
              <a:ext uri="{FF2B5EF4-FFF2-40B4-BE49-F238E27FC236}">
                <a16:creationId xmlns:a16="http://schemas.microsoft.com/office/drawing/2014/main" id="{4B177375-5D2E-4D00-BBDA-9528E54B93C2}"/>
              </a:ext>
            </a:extLst>
          </p:cNvPr>
          <p:cNvSpPr txBox="1"/>
          <p:nvPr/>
        </p:nvSpPr>
        <p:spPr>
          <a:xfrm>
            <a:off x="8037389" y="4022811"/>
            <a:ext cx="1390124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공격력: </a:t>
            </a:r>
            <a:r>
              <a:rPr lang="en-US" altLang="ko-KR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6</a:t>
            </a:r>
            <a:r>
              <a:rPr lang="ko-KR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0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방어력: </a:t>
            </a:r>
            <a:r>
              <a:rPr lang="en-US" altLang="ko-KR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7</a:t>
            </a:r>
            <a:r>
              <a:rPr lang="ko-KR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0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Hp</a:t>
            </a:r>
            <a:r>
              <a:rPr lang="ko-KR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: </a:t>
            </a:r>
            <a:r>
              <a:rPr lang="en-US" altLang="ko-KR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10</a:t>
            </a:r>
            <a:r>
              <a:rPr lang="ko-KR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0</a:t>
            </a:r>
            <a:endParaRPr sz="18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ko-KR" altLang="en-US" dirty="0"/>
              <a:t>캐릭터 </a:t>
            </a:r>
            <a:r>
              <a:rPr lang="ko-KR" dirty="0"/>
              <a:t>토템</a:t>
            </a:r>
            <a:r>
              <a:rPr lang="ko-KR" altLang="en-US" dirty="0"/>
              <a:t>화</a:t>
            </a:r>
            <a:r>
              <a:rPr lang="ko-KR" dirty="0"/>
              <a:t> 시스템 </a:t>
            </a:r>
            <a:endParaRPr dirty="0"/>
          </a:p>
        </p:txBody>
      </p:sp>
      <p:sp>
        <p:nvSpPr>
          <p:cNvPr id="281" name="Google Shape;281;p12"/>
          <p:cNvSpPr txBox="1"/>
          <p:nvPr/>
        </p:nvSpPr>
        <p:spPr>
          <a:xfrm>
            <a:off x="1505432" y="4795813"/>
            <a:ext cx="10155708" cy="2031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선택한</a:t>
            </a:r>
            <a:r>
              <a:rPr lang="ko-KR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캐릭터 특성 중 가장 좋은 수치를 가진 특성이</a:t>
            </a:r>
            <a:r>
              <a:rPr lang="en-US" altLang="ko-KR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altLang="en-US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윤회 후 첫번째 노드부터</a:t>
            </a:r>
            <a:r>
              <a:rPr lang="ko-KR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패시브 버프로 적용된다.</a:t>
            </a:r>
            <a:r>
              <a:rPr lang="en-US" altLang="ko-KR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dirty="0">
                <a:solidFill>
                  <a:schemeClr val="dk1"/>
                </a:solidFill>
                <a:latin typeface="Malgun Gothic"/>
                <a:ea typeface="Malgun Gothic"/>
                <a:sym typeface="Malgun Gothic"/>
              </a:rPr>
              <a:t>토템은 턴</a:t>
            </a:r>
            <a:r>
              <a:rPr lang="en-US" altLang="ko-KR" sz="1800" dirty="0">
                <a:solidFill>
                  <a:schemeClr val="dk1"/>
                </a:solidFill>
                <a:latin typeface="Malgun Gothic"/>
                <a:ea typeface="Malgun Gothic"/>
                <a:sym typeface="Malgun Gothic"/>
              </a:rPr>
              <a:t>, </a:t>
            </a:r>
            <a:r>
              <a:rPr lang="ko-KR" altLang="en-US" sz="1800" dirty="0">
                <a:solidFill>
                  <a:schemeClr val="dk1"/>
                </a:solidFill>
                <a:latin typeface="Malgun Gothic"/>
                <a:ea typeface="Malgun Gothic"/>
                <a:sym typeface="Malgun Gothic"/>
              </a:rPr>
              <a:t>노드</a:t>
            </a:r>
            <a:r>
              <a:rPr lang="en-US" altLang="ko-KR" sz="1800" dirty="0">
                <a:solidFill>
                  <a:schemeClr val="dk1"/>
                </a:solidFill>
                <a:latin typeface="Malgun Gothic"/>
                <a:ea typeface="Malgun Gothic"/>
                <a:sym typeface="Malgun Gothic"/>
              </a:rPr>
              <a:t>, </a:t>
            </a:r>
            <a:r>
              <a:rPr lang="ko-KR" altLang="en-US" sz="1800" dirty="0">
                <a:solidFill>
                  <a:schemeClr val="dk1"/>
                </a:solidFill>
                <a:latin typeface="Malgun Gothic"/>
                <a:ea typeface="Malgun Gothic"/>
                <a:sym typeface="Malgun Gothic"/>
              </a:rPr>
              <a:t>윤회가 넘어가도 사라지지 않고 플레이어가 삭제할 수 없다</a:t>
            </a:r>
            <a:r>
              <a:rPr lang="en-US" altLang="ko-KR" sz="1800" dirty="0">
                <a:solidFill>
                  <a:schemeClr val="dk1"/>
                </a:solidFill>
                <a:latin typeface="Malgun Gothic"/>
                <a:ea typeface="Malgun Gothic"/>
                <a:sym typeface="Malgun Gothic"/>
              </a:rPr>
              <a:t>.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</a:t>
            </a:r>
            <a:r>
              <a:rPr lang="ko-KR" altLang="en-US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예시</a:t>
            </a:r>
            <a:r>
              <a:rPr lang="ko-KR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)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공격력이 가장 높은 캐릭터 : 아군 팀 대상 공격력 버프 </a:t>
            </a:r>
            <a:endParaRPr sz="18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Hp가</a:t>
            </a:r>
            <a:r>
              <a:rPr lang="ko-KR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가장 높은 캐릭터 : 아군 팀 </a:t>
            </a:r>
            <a:r>
              <a:rPr lang="ko-KR"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hp</a:t>
            </a:r>
            <a:r>
              <a:rPr lang="ko-KR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증가 </a:t>
            </a:r>
            <a:endParaRPr sz="18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82" name="Google Shape;282;p12"/>
          <p:cNvSpPr/>
          <p:nvPr/>
        </p:nvSpPr>
        <p:spPr>
          <a:xfrm>
            <a:off x="8503252" y="2710245"/>
            <a:ext cx="319472" cy="324364"/>
          </a:xfrm>
          <a:prstGeom prst="ellipse">
            <a:avLst/>
          </a:prstGeom>
          <a:solidFill>
            <a:schemeClr val="accent6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83" name="Google Shape;283;p12"/>
          <p:cNvSpPr txBox="1"/>
          <p:nvPr/>
        </p:nvSpPr>
        <p:spPr>
          <a:xfrm>
            <a:off x="7953842" y="2346194"/>
            <a:ext cx="1737628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아군 </a:t>
            </a:r>
            <a:r>
              <a:rPr lang="en-US" altLang="ko-KR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 </a:t>
            </a:r>
            <a:r>
              <a:rPr lang="ko-KR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토템</a:t>
            </a:r>
            <a:endParaRPr dirty="0"/>
          </a:p>
        </p:txBody>
      </p:sp>
      <p:sp>
        <p:nvSpPr>
          <p:cNvPr id="284" name="Google Shape;284;p12"/>
          <p:cNvSpPr/>
          <p:nvPr/>
        </p:nvSpPr>
        <p:spPr>
          <a:xfrm>
            <a:off x="2934596" y="2426281"/>
            <a:ext cx="611659" cy="1025611"/>
          </a:xfrm>
          <a:prstGeom prst="ellipse">
            <a:avLst/>
          </a:prstGeom>
          <a:solidFill>
            <a:schemeClr val="accent6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86" name="Google Shape;286;p12"/>
          <p:cNvSpPr txBox="1"/>
          <p:nvPr/>
        </p:nvSpPr>
        <p:spPr>
          <a:xfrm>
            <a:off x="2845488" y="2063553"/>
            <a:ext cx="877163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dirty="0">
                <a:solidFill>
                  <a:schemeClr val="dk1"/>
                </a:solidFill>
                <a:latin typeface="Malgun Gothic"/>
                <a:ea typeface="Malgun Gothic"/>
                <a:sym typeface="Malgun Gothic"/>
              </a:rPr>
              <a:t>아군 </a:t>
            </a:r>
            <a:r>
              <a:rPr lang="en-US" altLang="ko-KR" sz="1800" dirty="0">
                <a:solidFill>
                  <a:schemeClr val="dk1"/>
                </a:solidFill>
                <a:latin typeface="Malgun Gothic"/>
                <a:ea typeface="Malgun Gothic"/>
                <a:sym typeface="Malgun Gothic"/>
              </a:rPr>
              <a:t>1</a:t>
            </a:r>
            <a:endParaRPr dirty="0"/>
          </a:p>
        </p:txBody>
      </p:sp>
      <p:sp>
        <p:nvSpPr>
          <p:cNvPr id="287" name="Google Shape;287;p12"/>
          <p:cNvSpPr txBox="1"/>
          <p:nvPr/>
        </p:nvSpPr>
        <p:spPr>
          <a:xfrm>
            <a:off x="2589008" y="3451892"/>
            <a:ext cx="1390124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공격력: 100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방어력: 20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Hp</a:t>
            </a:r>
            <a:r>
              <a:rPr lang="ko-KR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: 80</a:t>
            </a:r>
            <a:endParaRPr sz="18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88" name="Google Shape;288;p12"/>
          <p:cNvSpPr txBox="1"/>
          <p:nvPr/>
        </p:nvSpPr>
        <p:spPr>
          <a:xfrm>
            <a:off x="7840724" y="3232900"/>
            <a:ext cx="1963999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아군 팀 대상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공격력 버프 토템</a:t>
            </a:r>
            <a:endParaRPr/>
          </a:p>
        </p:txBody>
      </p:sp>
      <p:sp>
        <p:nvSpPr>
          <p:cNvPr id="289" name="Google Shape;289;p12"/>
          <p:cNvSpPr txBox="1"/>
          <p:nvPr/>
        </p:nvSpPr>
        <p:spPr>
          <a:xfrm>
            <a:off x="5554465" y="2615941"/>
            <a:ext cx="150320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dirty="0">
                <a:solidFill>
                  <a:schemeClr val="dk1"/>
                </a:solidFill>
                <a:latin typeface="Malgun Gothic"/>
                <a:ea typeface="Malgun Gothic"/>
                <a:sym typeface="Malgun Gothic"/>
              </a:rPr>
              <a:t>캐릭터 토템화 </a:t>
            </a:r>
            <a:endParaRPr dirty="0"/>
          </a:p>
        </p:txBody>
      </p:sp>
      <p:sp>
        <p:nvSpPr>
          <p:cNvPr id="290" name="Google Shape;290;p12"/>
          <p:cNvSpPr/>
          <p:nvPr/>
        </p:nvSpPr>
        <p:spPr>
          <a:xfrm>
            <a:off x="2516545" y="1870094"/>
            <a:ext cx="1447759" cy="2615641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91" name="Google Shape;291;p12"/>
          <p:cNvSpPr/>
          <p:nvPr/>
        </p:nvSpPr>
        <p:spPr>
          <a:xfrm>
            <a:off x="7840590" y="1870093"/>
            <a:ext cx="1964133" cy="2615641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91BA0FBC-1F1F-483B-82B6-51A7ACBFF9D8}"/>
              </a:ext>
            </a:extLst>
          </p:cNvPr>
          <p:cNvCxnSpPr/>
          <p:nvPr/>
        </p:nvCxnSpPr>
        <p:spPr>
          <a:xfrm>
            <a:off x="5175250" y="3451892"/>
            <a:ext cx="15430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2863</TotalTime>
  <Words>2293</Words>
  <Application>Microsoft Office PowerPoint</Application>
  <PresentationFormat>와이드스크린</PresentationFormat>
  <Paragraphs>638</Paragraphs>
  <Slides>39</Slides>
  <Notes>37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39</vt:i4>
      </vt:variant>
    </vt:vector>
  </HeadingPairs>
  <TitlesOfParts>
    <vt:vector size="42" baseType="lpstr">
      <vt:lpstr>Malgun Gothic</vt:lpstr>
      <vt:lpstr>Arial</vt:lpstr>
      <vt:lpstr>Office 테마</vt:lpstr>
      <vt:lpstr>메인 시스템 문서</vt:lpstr>
      <vt:lpstr>이 문서를 읽을 때..</vt:lpstr>
      <vt:lpstr>플레이 루프 </vt:lpstr>
      <vt:lpstr>PowerPoint 프레젠테이션</vt:lpstr>
      <vt:lpstr>PowerPoint 프레젠테이션</vt:lpstr>
      <vt:lpstr>노드 시스템</vt:lpstr>
      <vt:lpstr>전투 노드</vt:lpstr>
      <vt:lpstr>사건 노드</vt:lpstr>
      <vt:lpstr>사건 노드</vt:lpstr>
      <vt:lpstr>보스 노드</vt:lpstr>
      <vt:lpstr>아군 팀 구성</vt:lpstr>
      <vt:lpstr>캐릭터 스탯</vt:lpstr>
      <vt:lpstr>전투 플로우</vt:lpstr>
      <vt:lpstr>전투 시스템 </vt:lpstr>
      <vt:lpstr>캐릭터 HP </vt:lpstr>
      <vt:lpstr>특수 카드 시스템 </vt:lpstr>
      <vt:lpstr>특수 카드 시스템 </vt:lpstr>
      <vt:lpstr>스킬 보유</vt:lpstr>
      <vt:lpstr>패시브</vt:lpstr>
      <vt:lpstr>스킬 보유</vt:lpstr>
      <vt:lpstr>카드 드로우</vt:lpstr>
      <vt:lpstr>PowerPoint 프레젠테이션</vt:lpstr>
      <vt:lpstr>시너지</vt:lpstr>
      <vt:lpstr>시너지</vt:lpstr>
      <vt:lpstr>시너지</vt:lpstr>
      <vt:lpstr>스킬 코스트</vt:lpstr>
      <vt:lpstr>아군 궁극기</vt:lpstr>
      <vt:lpstr>아군 궁극기</vt:lpstr>
      <vt:lpstr>아군 궁극기</vt:lpstr>
      <vt:lpstr>적군 궁극기</vt:lpstr>
      <vt:lpstr>적 스킬 패턴</vt:lpstr>
      <vt:lpstr>적 스킬 패턴</vt:lpstr>
      <vt:lpstr>적 스킬 패턴</vt:lpstr>
      <vt:lpstr>버프, 디버프</vt:lpstr>
      <vt:lpstr>턴 시스템</vt:lpstr>
      <vt:lpstr>증강 시스템 </vt:lpstr>
      <vt:lpstr>증강 시스템 </vt:lpstr>
      <vt:lpstr>캐릭터 토템화 시스템</vt:lpstr>
      <vt:lpstr>캐릭터 토템화 시스템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메인 시스템 문서</dc:title>
  <dc:creator>ki</dc:creator>
  <cp:lastModifiedBy>ki</cp:lastModifiedBy>
  <cp:revision>183</cp:revision>
  <dcterms:created xsi:type="dcterms:W3CDTF">2026-01-26T10:43:12Z</dcterms:created>
  <dcterms:modified xsi:type="dcterms:W3CDTF">2026-03-26T21:18:16Z</dcterms:modified>
</cp:coreProperties>
</file>