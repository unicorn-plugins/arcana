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64" r:id="rId4"/>
    <p:sldId id="259" r:id="rId5"/>
    <p:sldId id="260" r:id="rId6"/>
    <p:sldId id="262" r:id="rId7"/>
    <p:sldId id="263" r:id="rId8"/>
    <p:sldId id="265" r:id="rId9"/>
    <p:sldId id="266" r:id="rId10"/>
    <p:sldId id="267" r:id="rId11"/>
    <p:sldId id="257" r:id="rId12"/>
    <p:sldId id="270" r:id="rId13"/>
    <p:sldId id="269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88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43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7367CB-69F7-4E78-9E10-28B5C44991A7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E4D1ED-24F9-4D15-B995-37ACAE75B0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6149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E4D1ED-24F9-4D15-B995-37ACAE75B01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27843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E4D1ED-24F9-4D15-B995-37ACAE75B01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26788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E4D1ED-24F9-4D15-B995-37ACAE75B01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8990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E846C5-123A-4870-B5C6-7BF7059D88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31BFA5D-FC9B-46CD-8263-E2FE9E8AF8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503612-7402-4A00-8CC2-83D5D62FC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B6047-C7D7-4F8B-B822-1863F36B1782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149F1E-6B3B-430F-B09B-B9AE97E05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603FD8-AFEC-476B-BD53-A278826B5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9AFD5-A45A-4579-92F1-513B2EDA7C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0257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EBC1A2-DC14-45F7-898F-FC89A0E9A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E0DBD7-08E7-4B02-A408-85931D92B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F0B9AA-A674-4FE5-BD79-B21323C13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B6047-C7D7-4F8B-B822-1863F36B1782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C90377-3F07-4704-BE75-2FEB8F468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64A2BB-7355-4813-B6F6-295116013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9AFD5-A45A-4579-92F1-513B2EDA7C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70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4C1C0-0BEA-4DBB-8DAA-9327CFEA8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F2C727E-798A-4F32-9D6A-340B912306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18A4AC-F724-4A63-805F-DA61D63B5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B6047-C7D7-4F8B-B822-1863F36B1782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3799C6-4F1C-44F0-9771-7C8F4C621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D95AAD-9ABC-4E3B-87E5-9B19CA69E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9AFD5-A45A-4579-92F1-513B2EDA7C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2570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F00CB7-D911-468D-841A-AD0F0C231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415270-A0A8-423D-A8CB-05DC11EE4D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04E8273-1465-4B35-A0AF-7835FF0108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8CB74E-1ECF-494F-8E7A-7BA15EE53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B6047-C7D7-4F8B-B822-1863F36B1782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5F297F-1A0A-47D7-AE8B-DC602EBA9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D1C19F-3F01-478F-85E9-89C528B8D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9AFD5-A45A-4579-92F1-513B2EDA7C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2688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BDAC1C-4868-4474-91DE-6A40D9C23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34AA8A-DAA5-49D3-A512-242C2B2BE3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2E61254-A8C4-410F-B75D-052F2FAAD8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729D501-AA70-4B3B-A719-960538B214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F10F8CC-F782-47CC-9C66-986EE0B0BA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1BC0620-D518-4223-B592-C4EAD0B96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B6047-C7D7-4F8B-B822-1863F36B1782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C781E59-F47C-438B-93FC-260E5EF74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F953D5A-E2F5-476B-9630-9F3A99E37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9AFD5-A45A-4579-92F1-513B2EDA7C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4311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F0C63A-7F95-4DCB-8F72-D86E2515B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B53CD85-AE2C-43A7-AC87-79976AADA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B6047-C7D7-4F8B-B822-1863F36B1782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C1C42AF-6160-4765-959A-88525A6CF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77F522-2643-4D3D-924F-C46F11903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9AFD5-A45A-4579-92F1-513B2EDA7C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1757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992CC1A-E88E-48FC-85E9-8FB5937D1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B6047-C7D7-4F8B-B822-1863F36B1782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9037AA5-EA34-4A16-B1EC-181FBAB9B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5F4A11-CAF1-4401-8F3E-3B5CF14F2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9AFD5-A45A-4579-92F1-513B2EDA7C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818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0D425-D24E-42C8-BBFF-B7BA58BE3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32A891-1088-4EDA-B090-ED68E7C9E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DD27B65-3F19-4520-8F61-3EFE8D8491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8C1B10-CE12-449D-B3CC-8A75648CB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B6047-C7D7-4F8B-B822-1863F36B1782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17F0567-1012-461D-8027-B62E5FB74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9889130-0E95-45EC-9DBB-1DBF8312C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9AFD5-A45A-4579-92F1-513B2EDA7C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4790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908FB2-9452-458D-AF6F-B191044C5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511DF10-EADE-452F-B006-D329AD4F81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FA3E15D-5EB1-47C1-8E2E-04AB38EC0E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93359B-7230-449D-ABE3-1A098DC65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B6047-C7D7-4F8B-B822-1863F36B1782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9F5C8F6-1F31-422A-BA24-F19AB6745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DD52C2-0000-4FFB-93D2-C709B01F4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9AFD5-A45A-4579-92F1-513B2EDA7C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6450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F07AF2-B6F6-4843-9CEB-ED882D310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D61E912-DE60-41D2-ABE8-8C39C467AA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DAE69F-2120-4C60-BFC7-BB16093CD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B6047-C7D7-4F8B-B822-1863F36B1782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209A80-4934-45FF-9F67-EECACDCD6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C9233D-F396-46AC-B0F4-05D7CD201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9AFD5-A45A-4579-92F1-513B2EDA7C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6696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0072334-1AE9-4764-A7EC-14DBE69792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DC446C3-77DF-4D5C-B048-F1315FA6D2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4399B5-7B63-4C26-8780-9DC222193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B6047-C7D7-4F8B-B822-1863F36B1782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860CC6-B484-4033-9545-544AA923F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C22E6C-CE8F-45D9-85E6-109FD1E26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9AFD5-A45A-4579-92F1-513B2EDA7C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689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4BA81D3-B7EE-4300-BBF7-4DDF041E6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E6AAB4-3939-4DFA-80AB-01C0A983C7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201681-E634-413D-84F1-7C3CD33DD3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0B6047-C7D7-4F8B-B822-1863F36B1782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B6D816-792C-4B30-ACF5-14F1F79B7E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6DA3AE-BB52-4240-9F19-D054B13D0D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C9AFD5-A45A-4579-92F1-513B2EDA7C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2269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92AFEB-4BC8-41E3-B0E8-B75F3252CB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스킬 </a:t>
            </a:r>
            <a:r>
              <a:rPr lang="en-US" altLang="ko-KR" dirty="0"/>
              <a:t>&amp;</a:t>
            </a:r>
            <a:r>
              <a:rPr lang="ko-KR" altLang="en-US" dirty="0"/>
              <a:t> 드로우 시스템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1086F87-FFA9-42FC-A079-C20826373B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0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dirty="0"/>
              <a:t>이 문서를 읽을 때..</a:t>
            </a:r>
            <a:endParaRPr dirty="0"/>
          </a:p>
        </p:txBody>
      </p:sp>
      <p:sp>
        <p:nvSpPr>
          <p:cNvPr id="91" name="Google Shape;91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ko-KR"/>
              <a:t>모든 것은 수정될 수 있습니다.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ko-KR"/>
              <a:t>궁금한 점이 있으면 언제든 담당자 이채연에게 연락 부탁드립니다. (새벽에도  OK 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ko-KR"/>
              <a:t>이채연 010 2988 7090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20;p4">
            <a:extLst>
              <a:ext uri="{FF2B5EF4-FFF2-40B4-BE49-F238E27FC236}">
                <a16:creationId xmlns:a16="http://schemas.microsoft.com/office/drawing/2014/main" id="{F91417A6-56E2-459E-884F-4BF54612D2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altLang="en-US" dirty="0"/>
              <a:t>스킬 정의 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92A0CA-76E9-49F9-84DE-6354252828D0}"/>
              </a:ext>
            </a:extLst>
          </p:cNvPr>
          <p:cNvSpPr txBox="1"/>
          <p:nvPr/>
        </p:nvSpPr>
        <p:spPr>
          <a:xfrm>
            <a:off x="1281712" y="2046493"/>
            <a:ext cx="838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단일 타겟팅 스킬</a:t>
            </a:r>
            <a:r>
              <a:rPr lang="en-US" altLang="ko-KR" dirty="0"/>
              <a:t>:</a:t>
            </a:r>
            <a:r>
              <a:rPr lang="ko-KR" altLang="en-US" dirty="0"/>
              <a:t> 단일 개체에게 효과를 적용하는 스킬</a:t>
            </a:r>
            <a:r>
              <a:rPr lang="en-US" altLang="ko-KR" dirty="0"/>
              <a:t>, </a:t>
            </a:r>
            <a:r>
              <a:rPr lang="ko-KR" altLang="en-US" dirty="0"/>
              <a:t>코스트 </a:t>
            </a:r>
            <a:r>
              <a:rPr lang="en-US" altLang="ko-KR" dirty="0"/>
              <a:t>1</a:t>
            </a:r>
            <a:r>
              <a:rPr lang="ko-KR" altLang="en-US" dirty="0"/>
              <a:t>개를 소모한다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772419-4CD9-41E4-ACE3-EAEF4DD66984}"/>
              </a:ext>
            </a:extLst>
          </p:cNvPr>
          <p:cNvSpPr txBox="1"/>
          <p:nvPr/>
        </p:nvSpPr>
        <p:spPr>
          <a:xfrm>
            <a:off x="1281712" y="2955877"/>
            <a:ext cx="9429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다중 타겟팅 스킬</a:t>
            </a:r>
            <a:r>
              <a:rPr lang="en-US" altLang="ko-KR" dirty="0"/>
              <a:t>: </a:t>
            </a:r>
            <a:r>
              <a:rPr lang="ko-KR" altLang="en-US" dirty="0"/>
              <a:t>다중 개체</a:t>
            </a:r>
            <a:r>
              <a:rPr lang="en-US" altLang="ko-KR" dirty="0"/>
              <a:t>(2</a:t>
            </a:r>
            <a:r>
              <a:rPr lang="ko-KR" altLang="en-US" dirty="0"/>
              <a:t>개 이상</a:t>
            </a:r>
            <a:r>
              <a:rPr lang="en-US" altLang="ko-KR" dirty="0"/>
              <a:t>)</a:t>
            </a:r>
            <a:r>
              <a:rPr lang="ko-KR" altLang="en-US" dirty="0"/>
              <a:t>에게 효과를 적용하는 스킬</a:t>
            </a:r>
            <a:r>
              <a:rPr lang="en-US" altLang="ko-KR" dirty="0"/>
              <a:t>, </a:t>
            </a:r>
            <a:r>
              <a:rPr lang="ko-KR" altLang="en-US" dirty="0"/>
              <a:t>코스트 </a:t>
            </a:r>
            <a:r>
              <a:rPr lang="en-US" altLang="ko-KR" dirty="0"/>
              <a:t>2</a:t>
            </a:r>
            <a:r>
              <a:rPr lang="ko-KR" altLang="en-US" dirty="0"/>
              <a:t>개를 소모한다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2B258E-7A42-41C5-A0FB-19B6E9E509DA}"/>
              </a:ext>
            </a:extLst>
          </p:cNvPr>
          <p:cNvSpPr txBox="1"/>
          <p:nvPr/>
        </p:nvSpPr>
        <p:spPr>
          <a:xfrm>
            <a:off x="1281712" y="3849046"/>
            <a:ext cx="9547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궁극기</a:t>
            </a:r>
            <a:r>
              <a:rPr lang="ko-KR" altLang="en-US" dirty="0"/>
              <a:t> 스킬</a:t>
            </a:r>
            <a:r>
              <a:rPr lang="en-US" altLang="ko-KR" dirty="0"/>
              <a:t>: </a:t>
            </a:r>
            <a:r>
              <a:rPr lang="ko-KR" altLang="en-US" dirty="0"/>
              <a:t>일정 수의 개체에게 강력한 효과를 적용하는 스킬</a:t>
            </a:r>
            <a:r>
              <a:rPr lang="en-US" altLang="ko-KR" dirty="0"/>
              <a:t>, </a:t>
            </a:r>
            <a:r>
              <a:rPr lang="ko-KR" altLang="en-US" dirty="0"/>
              <a:t>코스트를 소모하지 않는다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20BBAC-C513-4D4E-8690-AA31FEB39F48}"/>
              </a:ext>
            </a:extLst>
          </p:cNvPr>
          <p:cNvSpPr txBox="1"/>
          <p:nvPr/>
        </p:nvSpPr>
        <p:spPr>
          <a:xfrm>
            <a:off x="1069970" y="4741796"/>
            <a:ext cx="914705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궁극기와 특수 카드를 제외한 스킬 카드는 사용할 때 드는 코스트 값이 지정 되어있다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사용할 때 드는 코스트 값은 변하지 않으며 사용할 때 바로 소모된다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1165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20;p4">
            <a:extLst>
              <a:ext uri="{FF2B5EF4-FFF2-40B4-BE49-F238E27FC236}">
                <a16:creationId xmlns:a16="http://schemas.microsoft.com/office/drawing/2014/main" id="{F91417A6-56E2-459E-884F-4BF54612D2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altLang="en-US" dirty="0"/>
              <a:t>아군 캐릭터 스킬 보유</a:t>
            </a:r>
            <a:r>
              <a:rPr lang="en-US" altLang="ko-KR" dirty="0"/>
              <a:t> </a:t>
            </a:r>
            <a:r>
              <a:rPr lang="ko-KR" altLang="en-US" dirty="0"/>
              <a:t>규칙 </a:t>
            </a:r>
            <a:endParaRPr dirty="0"/>
          </a:p>
        </p:txBody>
      </p:sp>
      <p:sp>
        <p:nvSpPr>
          <p:cNvPr id="6" name="Google Shape;122;p4">
            <a:extLst>
              <a:ext uri="{FF2B5EF4-FFF2-40B4-BE49-F238E27FC236}">
                <a16:creationId xmlns:a16="http://schemas.microsoft.com/office/drawing/2014/main" id="{C58CC14E-8AA5-4178-91BC-218BCDE420C2}"/>
              </a:ext>
            </a:extLst>
          </p:cNvPr>
          <p:cNvSpPr/>
          <p:nvPr/>
        </p:nvSpPr>
        <p:spPr>
          <a:xfrm>
            <a:off x="1871495" y="2390719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23;p4">
            <a:extLst>
              <a:ext uri="{FF2B5EF4-FFF2-40B4-BE49-F238E27FC236}">
                <a16:creationId xmlns:a16="http://schemas.microsoft.com/office/drawing/2014/main" id="{4BD806E7-1AF8-4A98-9CA8-E2E754B69E22}"/>
              </a:ext>
            </a:extLst>
          </p:cNvPr>
          <p:cNvSpPr/>
          <p:nvPr/>
        </p:nvSpPr>
        <p:spPr>
          <a:xfrm>
            <a:off x="1114192" y="3550507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A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" name="Google Shape;124;p4">
            <a:extLst>
              <a:ext uri="{FF2B5EF4-FFF2-40B4-BE49-F238E27FC236}">
                <a16:creationId xmlns:a16="http://schemas.microsoft.com/office/drawing/2014/main" id="{AB06E415-70BF-4F50-8399-3201B588AD9A}"/>
              </a:ext>
            </a:extLst>
          </p:cNvPr>
          <p:cNvSpPr/>
          <p:nvPr/>
        </p:nvSpPr>
        <p:spPr>
          <a:xfrm>
            <a:off x="2793431" y="3550507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궁극기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3BC81BC-42F2-47CE-9A52-0CE93434170F}"/>
              </a:ext>
            </a:extLst>
          </p:cNvPr>
          <p:cNvSpPr txBox="1"/>
          <p:nvPr/>
        </p:nvSpPr>
        <p:spPr>
          <a:xfrm>
            <a:off x="1651747" y="2071293"/>
            <a:ext cx="13336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아군 캐릭터</a:t>
            </a:r>
          </a:p>
        </p:txBody>
      </p:sp>
      <p:sp>
        <p:nvSpPr>
          <p:cNvPr id="29" name="Google Shape;158;p5">
            <a:extLst>
              <a:ext uri="{FF2B5EF4-FFF2-40B4-BE49-F238E27FC236}">
                <a16:creationId xmlns:a16="http://schemas.microsoft.com/office/drawing/2014/main" id="{86796E51-31DB-4335-89C0-A3A89EF4ACD1}"/>
              </a:ext>
            </a:extLst>
          </p:cNvPr>
          <p:cNvSpPr/>
          <p:nvPr/>
        </p:nvSpPr>
        <p:spPr>
          <a:xfrm>
            <a:off x="949645" y="2019948"/>
            <a:ext cx="2594578" cy="251075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92A0CA-76E9-49F9-84DE-6354252828D0}"/>
              </a:ext>
            </a:extLst>
          </p:cNvPr>
          <p:cNvSpPr txBox="1"/>
          <p:nvPr/>
        </p:nvSpPr>
        <p:spPr>
          <a:xfrm>
            <a:off x="463204" y="4838052"/>
            <a:ext cx="89787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캐릭터 한 명 당 </a:t>
            </a:r>
            <a:r>
              <a:rPr lang="ko-KR" altLang="en-US" dirty="0" err="1"/>
              <a:t>정방향</a:t>
            </a:r>
            <a:r>
              <a:rPr lang="ko-KR" altLang="en-US" dirty="0"/>
              <a:t> 스킬 </a:t>
            </a:r>
            <a:r>
              <a:rPr lang="en-US" altLang="ko-KR" dirty="0"/>
              <a:t>1</a:t>
            </a:r>
            <a:r>
              <a:rPr lang="ko-KR" altLang="en-US" dirty="0"/>
              <a:t>개</a:t>
            </a:r>
            <a:r>
              <a:rPr lang="en-US" altLang="ko-KR" dirty="0"/>
              <a:t>(</a:t>
            </a:r>
            <a:r>
              <a:rPr lang="ko-KR" altLang="en-US" dirty="0"/>
              <a:t>역방향으로 뒤집을 수 있음</a:t>
            </a:r>
            <a:r>
              <a:rPr lang="en-US" altLang="ko-KR" dirty="0"/>
              <a:t>), </a:t>
            </a:r>
            <a:r>
              <a:rPr lang="ko-KR" altLang="en-US" dirty="0" err="1"/>
              <a:t>궁극기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개를 보유한다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 문서에서는 궁극기를 제외하고 서술한다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10" name="Google Shape;123;p4">
            <a:extLst>
              <a:ext uri="{FF2B5EF4-FFF2-40B4-BE49-F238E27FC236}">
                <a16:creationId xmlns:a16="http://schemas.microsoft.com/office/drawing/2014/main" id="{7BC3855B-26EA-40CC-B5F4-C64F3D20E845}"/>
              </a:ext>
            </a:extLst>
          </p:cNvPr>
          <p:cNvSpPr/>
          <p:nvPr/>
        </p:nvSpPr>
        <p:spPr>
          <a:xfrm rot="10800000">
            <a:off x="1114192" y="2717062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A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803516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20;p4">
            <a:extLst>
              <a:ext uri="{FF2B5EF4-FFF2-40B4-BE49-F238E27FC236}">
                <a16:creationId xmlns:a16="http://schemas.microsoft.com/office/drawing/2014/main" id="{F91417A6-56E2-459E-884F-4BF54612D2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altLang="en-US" dirty="0"/>
              <a:t>적군 캐릭터 스킬 보유</a:t>
            </a:r>
            <a:r>
              <a:rPr lang="en-US" altLang="ko-KR" dirty="0"/>
              <a:t> </a:t>
            </a:r>
            <a:r>
              <a:rPr lang="ko-KR" altLang="en-US" dirty="0"/>
              <a:t>규칙 </a:t>
            </a:r>
            <a:endParaRPr dirty="0"/>
          </a:p>
        </p:txBody>
      </p:sp>
      <p:sp>
        <p:nvSpPr>
          <p:cNvPr id="26" name="Google Shape;126;p4">
            <a:extLst>
              <a:ext uri="{FF2B5EF4-FFF2-40B4-BE49-F238E27FC236}">
                <a16:creationId xmlns:a16="http://schemas.microsoft.com/office/drawing/2014/main" id="{CCFAE7E2-5D97-4AA4-9760-7D13C6903E09}"/>
              </a:ext>
            </a:extLst>
          </p:cNvPr>
          <p:cNvSpPr/>
          <p:nvPr/>
        </p:nvSpPr>
        <p:spPr>
          <a:xfrm>
            <a:off x="1779920" y="2085851"/>
            <a:ext cx="611659" cy="1025611"/>
          </a:xfrm>
          <a:prstGeom prst="ellipse">
            <a:avLst/>
          </a:prstGeom>
          <a:solidFill>
            <a:srgbClr val="C55A1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" name="Google Shape;127;p4">
            <a:extLst>
              <a:ext uri="{FF2B5EF4-FFF2-40B4-BE49-F238E27FC236}">
                <a16:creationId xmlns:a16="http://schemas.microsoft.com/office/drawing/2014/main" id="{9A72449D-E1B0-47CE-8B6A-551C3F147574}"/>
              </a:ext>
            </a:extLst>
          </p:cNvPr>
          <p:cNvSpPr/>
          <p:nvPr/>
        </p:nvSpPr>
        <p:spPr>
          <a:xfrm>
            <a:off x="1412186" y="3249830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W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" name="Google Shape;127;p4">
            <a:extLst>
              <a:ext uri="{FF2B5EF4-FFF2-40B4-BE49-F238E27FC236}">
                <a16:creationId xmlns:a16="http://schemas.microsoft.com/office/drawing/2014/main" id="{4AABC8A9-CE39-4E28-B763-CC440B472FA7}"/>
              </a:ext>
            </a:extLst>
          </p:cNvPr>
          <p:cNvSpPr/>
          <p:nvPr/>
        </p:nvSpPr>
        <p:spPr>
          <a:xfrm>
            <a:off x="2085749" y="3249830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X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E647B27-4E41-474A-84D5-322589B668E0}"/>
              </a:ext>
            </a:extLst>
          </p:cNvPr>
          <p:cNvSpPr txBox="1"/>
          <p:nvPr/>
        </p:nvSpPr>
        <p:spPr>
          <a:xfrm>
            <a:off x="1586953" y="1778074"/>
            <a:ext cx="11104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잡</a:t>
            </a:r>
            <a:r>
              <a:rPr lang="ko-KR" altLang="en-US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몬스터</a:t>
            </a:r>
            <a:endParaRPr lang="en-US" altLang="ko-KR" sz="14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" name="Google Shape;158;p5">
            <a:extLst>
              <a:ext uri="{FF2B5EF4-FFF2-40B4-BE49-F238E27FC236}">
                <a16:creationId xmlns:a16="http://schemas.microsoft.com/office/drawing/2014/main" id="{29666E17-3EA8-4627-B81C-BBA550EF1161}"/>
              </a:ext>
            </a:extLst>
          </p:cNvPr>
          <p:cNvSpPr/>
          <p:nvPr/>
        </p:nvSpPr>
        <p:spPr>
          <a:xfrm>
            <a:off x="1271997" y="1715080"/>
            <a:ext cx="1566111" cy="2418255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C7DE827-FA06-4925-88E6-F2405B7461BE}"/>
              </a:ext>
            </a:extLst>
          </p:cNvPr>
          <p:cNvSpPr txBox="1"/>
          <p:nvPr/>
        </p:nvSpPr>
        <p:spPr>
          <a:xfrm>
            <a:off x="727461" y="4412664"/>
            <a:ext cx="78357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잡</a:t>
            </a:r>
            <a:r>
              <a:rPr lang="ko-KR" altLang="en-US" dirty="0"/>
              <a:t> 몬스터는 </a:t>
            </a:r>
            <a:r>
              <a:rPr lang="ko-KR" altLang="en-US" dirty="0" err="1"/>
              <a:t>정방향</a:t>
            </a:r>
            <a:r>
              <a:rPr lang="ko-KR" altLang="en-US" dirty="0"/>
              <a:t> 스킬 </a:t>
            </a:r>
            <a:r>
              <a:rPr lang="en-US" altLang="ko-KR" dirty="0"/>
              <a:t>2</a:t>
            </a:r>
            <a:r>
              <a:rPr lang="ko-KR" altLang="en-US" dirty="0"/>
              <a:t>개를 보유한다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34353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20;p4">
            <a:extLst>
              <a:ext uri="{FF2B5EF4-FFF2-40B4-BE49-F238E27FC236}">
                <a16:creationId xmlns:a16="http://schemas.microsoft.com/office/drawing/2014/main" id="{F91417A6-56E2-459E-884F-4BF54612D2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altLang="en-US" dirty="0"/>
              <a:t>적군 캐릭터 스킬 보유</a:t>
            </a:r>
            <a:r>
              <a:rPr lang="en-US" altLang="ko-KR" dirty="0"/>
              <a:t> </a:t>
            </a:r>
            <a:r>
              <a:rPr lang="ko-KR" altLang="en-US" dirty="0"/>
              <a:t>규칙 </a:t>
            </a:r>
            <a:endParaRPr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C7DE827-FA06-4925-88E6-F2405B7461BE}"/>
              </a:ext>
            </a:extLst>
          </p:cNvPr>
          <p:cNvSpPr txBox="1"/>
          <p:nvPr/>
        </p:nvSpPr>
        <p:spPr>
          <a:xfrm>
            <a:off x="770709" y="4632957"/>
            <a:ext cx="100105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중간보스는 마이너 스킬 </a:t>
            </a:r>
            <a:r>
              <a:rPr lang="en-US" altLang="ko-KR" dirty="0"/>
              <a:t>1</a:t>
            </a:r>
            <a:r>
              <a:rPr lang="ko-KR" altLang="en-US" dirty="0"/>
              <a:t>개</a:t>
            </a:r>
            <a:r>
              <a:rPr lang="en-US" altLang="ko-KR" dirty="0"/>
              <a:t>, </a:t>
            </a:r>
            <a:r>
              <a:rPr lang="ko-KR" altLang="en-US" dirty="0"/>
              <a:t>고유 스킬 </a:t>
            </a:r>
            <a:r>
              <a:rPr lang="en-US" altLang="ko-KR" dirty="0"/>
              <a:t>1</a:t>
            </a:r>
            <a:r>
              <a:rPr lang="ko-KR" altLang="en-US" dirty="0"/>
              <a:t>개 </a:t>
            </a:r>
            <a:r>
              <a:rPr lang="en-US" altLang="ko-KR" dirty="0"/>
              <a:t>, </a:t>
            </a:r>
            <a:r>
              <a:rPr lang="ko-KR" altLang="en-US" dirty="0" err="1"/>
              <a:t>궁극기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개를 보유한다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 문서에서는 궁극기를 제외하고 서술한다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11" name="Google Shape;128;p4">
            <a:extLst>
              <a:ext uri="{FF2B5EF4-FFF2-40B4-BE49-F238E27FC236}">
                <a16:creationId xmlns:a16="http://schemas.microsoft.com/office/drawing/2014/main" id="{0EE45443-A13C-47A0-A716-A173C4DB85D9}"/>
              </a:ext>
            </a:extLst>
          </p:cNvPr>
          <p:cNvSpPr/>
          <p:nvPr/>
        </p:nvSpPr>
        <p:spPr>
          <a:xfrm>
            <a:off x="4249606" y="1935856"/>
            <a:ext cx="611659" cy="1025611"/>
          </a:xfrm>
          <a:prstGeom prst="ellipse">
            <a:avLst/>
          </a:prstGeom>
          <a:solidFill>
            <a:srgbClr val="7030A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" name="Google Shape;129;p4">
            <a:extLst>
              <a:ext uri="{FF2B5EF4-FFF2-40B4-BE49-F238E27FC236}">
                <a16:creationId xmlns:a16="http://schemas.microsoft.com/office/drawing/2014/main" id="{0E5B7F03-3671-4AFE-AB88-D9A2D9356984}"/>
              </a:ext>
            </a:extLst>
          </p:cNvPr>
          <p:cNvSpPr/>
          <p:nvPr/>
        </p:nvSpPr>
        <p:spPr>
          <a:xfrm>
            <a:off x="3442836" y="3099835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U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" name="Google Shape;130;p4">
            <a:extLst>
              <a:ext uri="{FF2B5EF4-FFF2-40B4-BE49-F238E27FC236}">
                <a16:creationId xmlns:a16="http://schemas.microsoft.com/office/drawing/2014/main" id="{A88404C4-4A87-497D-A7FC-CD673A81F5BD}"/>
              </a:ext>
            </a:extLst>
          </p:cNvPr>
          <p:cNvSpPr/>
          <p:nvPr/>
        </p:nvSpPr>
        <p:spPr>
          <a:xfrm>
            <a:off x="8446650" y="2214083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궁극기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" name="Google Shape;158;p5">
            <a:extLst>
              <a:ext uri="{FF2B5EF4-FFF2-40B4-BE49-F238E27FC236}">
                <a16:creationId xmlns:a16="http://schemas.microsoft.com/office/drawing/2014/main" id="{BD622615-EDC2-4687-9067-F950A1184780}"/>
              </a:ext>
            </a:extLst>
          </p:cNvPr>
          <p:cNvSpPr/>
          <p:nvPr/>
        </p:nvSpPr>
        <p:spPr>
          <a:xfrm>
            <a:off x="3314953" y="1529685"/>
            <a:ext cx="2397080" cy="244301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" name="Google Shape;128;p4">
            <a:extLst>
              <a:ext uri="{FF2B5EF4-FFF2-40B4-BE49-F238E27FC236}">
                <a16:creationId xmlns:a16="http://schemas.microsoft.com/office/drawing/2014/main" id="{3B24EB59-80F9-4C21-BC4D-83E3C1979C69}"/>
              </a:ext>
            </a:extLst>
          </p:cNvPr>
          <p:cNvSpPr/>
          <p:nvPr/>
        </p:nvSpPr>
        <p:spPr>
          <a:xfrm>
            <a:off x="7652927" y="1935856"/>
            <a:ext cx="611659" cy="1025611"/>
          </a:xfrm>
          <a:prstGeom prst="ellipse">
            <a:avLst/>
          </a:prstGeom>
          <a:solidFill>
            <a:srgbClr val="7030A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" name="Google Shape;129;p4">
            <a:extLst>
              <a:ext uri="{FF2B5EF4-FFF2-40B4-BE49-F238E27FC236}">
                <a16:creationId xmlns:a16="http://schemas.microsoft.com/office/drawing/2014/main" id="{A7863451-E558-489A-92B9-68C3377C7429}"/>
              </a:ext>
            </a:extLst>
          </p:cNvPr>
          <p:cNvSpPr/>
          <p:nvPr/>
        </p:nvSpPr>
        <p:spPr>
          <a:xfrm>
            <a:off x="7603229" y="3088159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Y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C31AD1-855C-4FAC-8358-2E3AAB8FE397}"/>
              </a:ext>
            </a:extLst>
          </p:cNvPr>
          <p:cNvSpPr txBox="1"/>
          <p:nvPr/>
        </p:nvSpPr>
        <p:spPr>
          <a:xfrm>
            <a:off x="7151986" y="1599268"/>
            <a:ext cx="19031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중간 보스 </a:t>
            </a:r>
            <a:r>
              <a:rPr lang="en-US" altLang="ko-KR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r>
              <a:rPr lang="ko-KR" altLang="en-US"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페이즈</a:t>
            </a:r>
            <a:endParaRPr lang="en-US" altLang="ko-KR" sz="14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" name="Google Shape;158;p5">
            <a:extLst>
              <a:ext uri="{FF2B5EF4-FFF2-40B4-BE49-F238E27FC236}">
                <a16:creationId xmlns:a16="http://schemas.microsoft.com/office/drawing/2014/main" id="{532E7E72-55BD-4DCB-86D5-6CD9A3FBBCBF}"/>
              </a:ext>
            </a:extLst>
          </p:cNvPr>
          <p:cNvSpPr/>
          <p:nvPr/>
        </p:nvSpPr>
        <p:spPr>
          <a:xfrm>
            <a:off x="6718274" y="1529685"/>
            <a:ext cx="2397080" cy="244301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01041202-11BA-4AAB-AA74-7E2D48EE2E41}"/>
              </a:ext>
            </a:extLst>
          </p:cNvPr>
          <p:cNvCxnSpPr/>
          <p:nvPr/>
        </p:nvCxnSpPr>
        <p:spPr>
          <a:xfrm>
            <a:off x="5954759" y="3063447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854E7E3-1566-4B5A-AD53-C232F1DDA265}"/>
              </a:ext>
            </a:extLst>
          </p:cNvPr>
          <p:cNvSpPr txBox="1"/>
          <p:nvPr/>
        </p:nvSpPr>
        <p:spPr>
          <a:xfrm>
            <a:off x="5795918" y="2469325"/>
            <a:ext cx="8547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페이즈</a:t>
            </a:r>
            <a:r>
              <a:rPr lang="ko-KR" altLang="en-US" sz="1200" dirty="0"/>
              <a:t> </a:t>
            </a:r>
            <a:endParaRPr lang="en-US" altLang="ko-KR" sz="1200" dirty="0"/>
          </a:p>
          <a:p>
            <a:r>
              <a:rPr lang="ko-KR" altLang="en-US" sz="1200" dirty="0"/>
              <a:t>전환 </a:t>
            </a:r>
            <a:r>
              <a:rPr lang="ko-KR" altLang="en-US" sz="1200" dirty="0" err="1"/>
              <a:t>기믹</a:t>
            </a:r>
            <a:endParaRPr lang="ko-KR" altLang="en-US" sz="1200" dirty="0"/>
          </a:p>
        </p:txBody>
      </p:sp>
      <p:sp>
        <p:nvSpPr>
          <p:cNvPr id="29" name="Google Shape;129;p4">
            <a:extLst>
              <a:ext uri="{FF2B5EF4-FFF2-40B4-BE49-F238E27FC236}">
                <a16:creationId xmlns:a16="http://schemas.microsoft.com/office/drawing/2014/main" id="{B556DA6A-9F13-4D9B-89D9-F575A4EDE092}"/>
              </a:ext>
            </a:extLst>
          </p:cNvPr>
          <p:cNvSpPr/>
          <p:nvPr/>
        </p:nvSpPr>
        <p:spPr>
          <a:xfrm>
            <a:off x="4151216" y="3097188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Y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" name="Google Shape;129;p4">
            <a:extLst>
              <a:ext uri="{FF2B5EF4-FFF2-40B4-BE49-F238E27FC236}">
                <a16:creationId xmlns:a16="http://schemas.microsoft.com/office/drawing/2014/main" id="{0C72D6F5-46C8-4F00-A206-5E984C733C6C}"/>
              </a:ext>
            </a:extLst>
          </p:cNvPr>
          <p:cNvSpPr/>
          <p:nvPr/>
        </p:nvSpPr>
        <p:spPr>
          <a:xfrm>
            <a:off x="6826584" y="3088159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U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" name="Google Shape;129;p4">
            <a:extLst>
              <a:ext uri="{FF2B5EF4-FFF2-40B4-BE49-F238E27FC236}">
                <a16:creationId xmlns:a16="http://schemas.microsoft.com/office/drawing/2014/main" id="{82AE8926-39EC-44C8-B87E-4C7E87EB638A}"/>
              </a:ext>
            </a:extLst>
          </p:cNvPr>
          <p:cNvSpPr/>
          <p:nvPr/>
        </p:nvSpPr>
        <p:spPr>
          <a:xfrm>
            <a:off x="4871185" y="3097336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Z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" name="Google Shape;129;p4">
            <a:extLst>
              <a:ext uri="{FF2B5EF4-FFF2-40B4-BE49-F238E27FC236}">
                <a16:creationId xmlns:a16="http://schemas.microsoft.com/office/drawing/2014/main" id="{F94A74D2-A8B8-4905-A758-926DF02C7268}"/>
              </a:ext>
            </a:extLst>
          </p:cNvPr>
          <p:cNvSpPr/>
          <p:nvPr/>
        </p:nvSpPr>
        <p:spPr>
          <a:xfrm>
            <a:off x="8353847" y="3084514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Z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6FD8E04-3774-49E7-B331-690EA4F66BD9}"/>
              </a:ext>
            </a:extLst>
          </p:cNvPr>
          <p:cNvSpPr txBox="1"/>
          <p:nvPr/>
        </p:nvSpPr>
        <p:spPr>
          <a:xfrm>
            <a:off x="3748665" y="1565278"/>
            <a:ext cx="19031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중간 보스 </a:t>
            </a:r>
            <a:r>
              <a:rPr lang="en-US" altLang="ko-KR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r>
              <a:rPr lang="ko-KR" altLang="en-US"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페이즈</a:t>
            </a:r>
            <a:endParaRPr lang="en-US" altLang="ko-KR" sz="14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72993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20;p4">
            <a:extLst>
              <a:ext uri="{FF2B5EF4-FFF2-40B4-BE49-F238E27FC236}">
                <a16:creationId xmlns:a16="http://schemas.microsoft.com/office/drawing/2014/main" id="{F91417A6-56E2-459E-884F-4BF54612D2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altLang="en-US" dirty="0"/>
              <a:t>적군 캐릭터 스킬 보유</a:t>
            </a:r>
            <a:r>
              <a:rPr lang="en-US" altLang="ko-KR" dirty="0"/>
              <a:t> </a:t>
            </a:r>
            <a:r>
              <a:rPr lang="ko-KR" altLang="en-US" dirty="0"/>
              <a:t>규칙 </a:t>
            </a:r>
            <a:endParaRPr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C7DE827-FA06-4925-88E6-F2405B7461BE}"/>
              </a:ext>
            </a:extLst>
          </p:cNvPr>
          <p:cNvSpPr txBox="1"/>
          <p:nvPr/>
        </p:nvSpPr>
        <p:spPr>
          <a:xfrm>
            <a:off x="467885" y="4659258"/>
            <a:ext cx="103512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최종보스는 </a:t>
            </a:r>
            <a:r>
              <a:rPr lang="en-US" altLang="ko-KR" dirty="0"/>
              <a:t>1,2</a:t>
            </a:r>
            <a:r>
              <a:rPr lang="ko-KR" altLang="en-US" dirty="0" err="1"/>
              <a:t>페이즈</a:t>
            </a:r>
            <a:r>
              <a:rPr lang="ko-KR" altLang="en-US" dirty="0"/>
              <a:t> 때 </a:t>
            </a:r>
            <a:r>
              <a:rPr lang="ko-KR" altLang="en-US" dirty="0" err="1"/>
              <a:t>정방향</a:t>
            </a:r>
            <a:r>
              <a:rPr lang="ko-KR" altLang="en-US" dirty="0"/>
              <a:t> 스킬 </a:t>
            </a:r>
            <a:r>
              <a:rPr lang="en-US" altLang="ko-KR" dirty="0"/>
              <a:t>3</a:t>
            </a:r>
            <a:r>
              <a:rPr lang="ko-KR" altLang="en-US" dirty="0"/>
              <a:t>개를 갖는다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3</a:t>
            </a:r>
            <a:r>
              <a:rPr lang="ko-KR" altLang="en-US" dirty="0" err="1"/>
              <a:t>페이즈</a:t>
            </a:r>
            <a:r>
              <a:rPr lang="ko-KR" altLang="en-US" dirty="0"/>
              <a:t> 때 </a:t>
            </a:r>
            <a:r>
              <a:rPr lang="ko-KR" altLang="en-US" dirty="0" err="1"/>
              <a:t>정방향</a:t>
            </a:r>
            <a:r>
              <a:rPr lang="ko-KR" altLang="en-US" dirty="0"/>
              <a:t> 스킬 </a:t>
            </a:r>
            <a:r>
              <a:rPr lang="en-US" altLang="ko-KR" dirty="0"/>
              <a:t>4</a:t>
            </a:r>
            <a:r>
              <a:rPr lang="ko-KR" altLang="en-US" dirty="0"/>
              <a:t>개</a:t>
            </a:r>
            <a:r>
              <a:rPr lang="en-US" altLang="ko-KR" dirty="0"/>
              <a:t>, </a:t>
            </a:r>
            <a:r>
              <a:rPr lang="ko-KR" altLang="en-US" dirty="0" err="1"/>
              <a:t>궁극기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개를 보유한다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이 문서에서는 궁극기를 제외하고 서술한다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24" name="Google Shape;128;p4">
            <a:extLst>
              <a:ext uri="{FF2B5EF4-FFF2-40B4-BE49-F238E27FC236}">
                <a16:creationId xmlns:a16="http://schemas.microsoft.com/office/drawing/2014/main" id="{F66C890C-FE3E-4149-8E6D-BD59641209B7}"/>
              </a:ext>
            </a:extLst>
          </p:cNvPr>
          <p:cNvSpPr/>
          <p:nvPr/>
        </p:nvSpPr>
        <p:spPr>
          <a:xfrm>
            <a:off x="1419421" y="1941937"/>
            <a:ext cx="611659" cy="1025611"/>
          </a:xfrm>
          <a:prstGeom prst="ellipse">
            <a:avLst/>
          </a:prstGeom>
          <a:solidFill>
            <a:srgbClr val="FF00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" name="Google Shape;129;p4">
            <a:extLst>
              <a:ext uri="{FF2B5EF4-FFF2-40B4-BE49-F238E27FC236}">
                <a16:creationId xmlns:a16="http://schemas.microsoft.com/office/drawing/2014/main" id="{50063252-A6FE-48AF-9D69-BDCC5361F2F2}"/>
              </a:ext>
            </a:extLst>
          </p:cNvPr>
          <p:cNvSpPr/>
          <p:nvPr/>
        </p:nvSpPr>
        <p:spPr>
          <a:xfrm>
            <a:off x="5616138" y="3123755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P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" name="Google Shape;130;p4">
            <a:extLst>
              <a:ext uri="{FF2B5EF4-FFF2-40B4-BE49-F238E27FC236}">
                <a16:creationId xmlns:a16="http://schemas.microsoft.com/office/drawing/2014/main" id="{C0FC8208-9204-4FA5-A88D-AD79B8C61430}"/>
              </a:ext>
            </a:extLst>
          </p:cNvPr>
          <p:cNvSpPr/>
          <p:nvPr/>
        </p:nvSpPr>
        <p:spPr>
          <a:xfrm>
            <a:off x="10819139" y="2148383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궁극기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" name="Google Shape;129;p4">
            <a:extLst>
              <a:ext uri="{FF2B5EF4-FFF2-40B4-BE49-F238E27FC236}">
                <a16:creationId xmlns:a16="http://schemas.microsoft.com/office/drawing/2014/main" id="{FFE694B4-85F4-49C9-B25E-8D013501CCAA}"/>
              </a:ext>
            </a:extLst>
          </p:cNvPr>
          <p:cNvSpPr/>
          <p:nvPr/>
        </p:nvSpPr>
        <p:spPr>
          <a:xfrm>
            <a:off x="1419421" y="3127787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O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" name="Google Shape;129;p4">
            <a:extLst>
              <a:ext uri="{FF2B5EF4-FFF2-40B4-BE49-F238E27FC236}">
                <a16:creationId xmlns:a16="http://schemas.microsoft.com/office/drawing/2014/main" id="{5CF61E0E-59B4-4C72-96C9-A2B83488C547}"/>
              </a:ext>
            </a:extLst>
          </p:cNvPr>
          <p:cNvSpPr/>
          <p:nvPr/>
        </p:nvSpPr>
        <p:spPr>
          <a:xfrm>
            <a:off x="745858" y="3120329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0E11155-DC2D-4C66-B6AE-A830411F2ED2}"/>
              </a:ext>
            </a:extLst>
          </p:cNvPr>
          <p:cNvSpPr txBox="1"/>
          <p:nvPr/>
        </p:nvSpPr>
        <p:spPr>
          <a:xfrm>
            <a:off x="1290410" y="1634160"/>
            <a:ext cx="19647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보스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1</a:t>
            </a:r>
            <a:r>
              <a:rPr lang="ko-KR" altLang="en-US" sz="16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페이즈</a:t>
            </a: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" name="Google Shape;158;p5">
            <a:extLst>
              <a:ext uri="{FF2B5EF4-FFF2-40B4-BE49-F238E27FC236}">
                <a16:creationId xmlns:a16="http://schemas.microsoft.com/office/drawing/2014/main" id="{13D7BB64-0E6A-4AF3-8070-3BAE7205EBD0}"/>
              </a:ext>
            </a:extLst>
          </p:cNvPr>
          <p:cNvSpPr/>
          <p:nvPr/>
        </p:nvSpPr>
        <p:spPr>
          <a:xfrm>
            <a:off x="374129" y="1541597"/>
            <a:ext cx="3050308" cy="2650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" name="Google Shape;129;p4">
            <a:extLst>
              <a:ext uri="{FF2B5EF4-FFF2-40B4-BE49-F238E27FC236}">
                <a16:creationId xmlns:a16="http://schemas.microsoft.com/office/drawing/2014/main" id="{72E881AF-0B5D-43E6-8153-0FE0E1770469}"/>
              </a:ext>
            </a:extLst>
          </p:cNvPr>
          <p:cNvSpPr/>
          <p:nvPr/>
        </p:nvSpPr>
        <p:spPr>
          <a:xfrm>
            <a:off x="6289701" y="3138342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N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" name="Google Shape;128;p4">
            <a:extLst>
              <a:ext uri="{FF2B5EF4-FFF2-40B4-BE49-F238E27FC236}">
                <a16:creationId xmlns:a16="http://schemas.microsoft.com/office/drawing/2014/main" id="{A077CC43-B868-401B-9FF0-373BC3FB6381}"/>
              </a:ext>
            </a:extLst>
          </p:cNvPr>
          <p:cNvSpPr/>
          <p:nvPr/>
        </p:nvSpPr>
        <p:spPr>
          <a:xfrm>
            <a:off x="5616138" y="1957663"/>
            <a:ext cx="611659" cy="1025611"/>
          </a:xfrm>
          <a:prstGeom prst="ellipse">
            <a:avLst/>
          </a:prstGeom>
          <a:solidFill>
            <a:srgbClr val="FF00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" name="Google Shape;129;p4">
            <a:extLst>
              <a:ext uri="{FF2B5EF4-FFF2-40B4-BE49-F238E27FC236}">
                <a16:creationId xmlns:a16="http://schemas.microsoft.com/office/drawing/2014/main" id="{79656866-4995-40D8-ADB1-8B6603F75C50}"/>
              </a:ext>
            </a:extLst>
          </p:cNvPr>
          <p:cNvSpPr/>
          <p:nvPr/>
        </p:nvSpPr>
        <p:spPr>
          <a:xfrm>
            <a:off x="4942575" y="3136055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57F3EB6-4C26-4D8D-889F-0BDE701370C8}"/>
              </a:ext>
            </a:extLst>
          </p:cNvPr>
          <p:cNvSpPr txBox="1"/>
          <p:nvPr/>
        </p:nvSpPr>
        <p:spPr>
          <a:xfrm>
            <a:off x="5487127" y="1649886"/>
            <a:ext cx="19647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보스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2</a:t>
            </a:r>
            <a:r>
              <a:rPr lang="ko-KR" altLang="en-US" sz="16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페이즈</a:t>
            </a: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" name="Google Shape;158;p5">
            <a:extLst>
              <a:ext uri="{FF2B5EF4-FFF2-40B4-BE49-F238E27FC236}">
                <a16:creationId xmlns:a16="http://schemas.microsoft.com/office/drawing/2014/main" id="{54EBE182-86F4-4811-81B7-4FAB87F77E44}"/>
              </a:ext>
            </a:extLst>
          </p:cNvPr>
          <p:cNvSpPr/>
          <p:nvPr/>
        </p:nvSpPr>
        <p:spPr>
          <a:xfrm>
            <a:off x="4570846" y="1557323"/>
            <a:ext cx="3050308" cy="2650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" name="Google Shape;129;p4">
            <a:extLst>
              <a:ext uri="{FF2B5EF4-FFF2-40B4-BE49-F238E27FC236}">
                <a16:creationId xmlns:a16="http://schemas.microsoft.com/office/drawing/2014/main" id="{B4D1FD29-CA41-431C-AB52-B8B6BA01566D}"/>
              </a:ext>
            </a:extLst>
          </p:cNvPr>
          <p:cNvSpPr/>
          <p:nvPr/>
        </p:nvSpPr>
        <p:spPr>
          <a:xfrm>
            <a:off x="10309881" y="3132958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P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" name="Google Shape;129;p4">
            <a:extLst>
              <a:ext uri="{FF2B5EF4-FFF2-40B4-BE49-F238E27FC236}">
                <a16:creationId xmlns:a16="http://schemas.microsoft.com/office/drawing/2014/main" id="{ACF5752F-1826-402A-A35C-56710CD672F7}"/>
              </a:ext>
            </a:extLst>
          </p:cNvPr>
          <p:cNvSpPr/>
          <p:nvPr/>
        </p:nvSpPr>
        <p:spPr>
          <a:xfrm>
            <a:off x="11017608" y="3127787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N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128;p4">
            <a:extLst>
              <a:ext uri="{FF2B5EF4-FFF2-40B4-BE49-F238E27FC236}">
                <a16:creationId xmlns:a16="http://schemas.microsoft.com/office/drawing/2014/main" id="{DB9B3078-C692-4A99-82D4-ED1ACFCFE254}"/>
              </a:ext>
            </a:extLst>
          </p:cNvPr>
          <p:cNvSpPr/>
          <p:nvPr/>
        </p:nvSpPr>
        <p:spPr>
          <a:xfrm>
            <a:off x="9678594" y="1923674"/>
            <a:ext cx="611659" cy="1025611"/>
          </a:xfrm>
          <a:prstGeom prst="ellipse">
            <a:avLst/>
          </a:prstGeom>
          <a:solidFill>
            <a:srgbClr val="FF00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" name="Google Shape;129;p4">
            <a:extLst>
              <a:ext uri="{FF2B5EF4-FFF2-40B4-BE49-F238E27FC236}">
                <a16:creationId xmlns:a16="http://schemas.microsoft.com/office/drawing/2014/main" id="{45F48897-591C-47FF-81D3-085CAC67CC6D}"/>
              </a:ext>
            </a:extLst>
          </p:cNvPr>
          <p:cNvSpPr/>
          <p:nvPr/>
        </p:nvSpPr>
        <p:spPr>
          <a:xfrm>
            <a:off x="8937924" y="3136055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889E104-C102-4A17-90A4-E3B494765CB0}"/>
              </a:ext>
            </a:extLst>
          </p:cNvPr>
          <p:cNvSpPr txBox="1"/>
          <p:nvPr/>
        </p:nvSpPr>
        <p:spPr>
          <a:xfrm>
            <a:off x="9549583" y="1615897"/>
            <a:ext cx="19647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보스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3</a:t>
            </a:r>
            <a:r>
              <a:rPr lang="ko-KR" altLang="en-US" sz="16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페이즈</a:t>
            </a: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" name="Google Shape;158;p5">
            <a:extLst>
              <a:ext uri="{FF2B5EF4-FFF2-40B4-BE49-F238E27FC236}">
                <a16:creationId xmlns:a16="http://schemas.microsoft.com/office/drawing/2014/main" id="{01AD65B3-EA3D-423E-9140-31A63DC52E33}"/>
              </a:ext>
            </a:extLst>
          </p:cNvPr>
          <p:cNvSpPr/>
          <p:nvPr/>
        </p:nvSpPr>
        <p:spPr>
          <a:xfrm>
            <a:off x="8633302" y="1523334"/>
            <a:ext cx="3050308" cy="2668415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68E65514-F8E6-4031-B72D-B3DA80D6591A}"/>
              </a:ext>
            </a:extLst>
          </p:cNvPr>
          <p:cNvCxnSpPr/>
          <p:nvPr/>
        </p:nvCxnSpPr>
        <p:spPr>
          <a:xfrm>
            <a:off x="7706511" y="3634689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C25906C1-B252-4531-A0D0-6A22223E031F}"/>
              </a:ext>
            </a:extLst>
          </p:cNvPr>
          <p:cNvSpPr txBox="1"/>
          <p:nvPr/>
        </p:nvSpPr>
        <p:spPr>
          <a:xfrm>
            <a:off x="7588655" y="3062512"/>
            <a:ext cx="9653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/>
              <a:t>페이즈</a:t>
            </a:r>
            <a:r>
              <a:rPr lang="ko-KR" altLang="en-US" sz="1400" dirty="0"/>
              <a:t> </a:t>
            </a:r>
            <a:endParaRPr lang="en-US" altLang="ko-KR" sz="1400" dirty="0"/>
          </a:p>
          <a:p>
            <a:r>
              <a:rPr lang="ko-KR" altLang="en-US" sz="1400" dirty="0"/>
              <a:t>전환 </a:t>
            </a:r>
            <a:r>
              <a:rPr lang="ko-KR" altLang="en-US" sz="1400" dirty="0" err="1"/>
              <a:t>기믹</a:t>
            </a:r>
            <a:endParaRPr lang="ko-KR" altLang="en-US" sz="1400" dirty="0"/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B96577E4-4D40-442D-A928-4BE1648B77BB}"/>
              </a:ext>
            </a:extLst>
          </p:cNvPr>
          <p:cNvCxnSpPr/>
          <p:nvPr/>
        </p:nvCxnSpPr>
        <p:spPr>
          <a:xfrm>
            <a:off x="3562446" y="3490983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4ADAF1B4-2DEA-4344-8AC4-A8A2372C4FB6}"/>
              </a:ext>
            </a:extLst>
          </p:cNvPr>
          <p:cNvSpPr txBox="1"/>
          <p:nvPr/>
        </p:nvSpPr>
        <p:spPr>
          <a:xfrm>
            <a:off x="3403605" y="2896861"/>
            <a:ext cx="9653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/>
              <a:t>페이즈</a:t>
            </a:r>
            <a:r>
              <a:rPr lang="ko-KR" altLang="en-US" sz="1400" dirty="0"/>
              <a:t> </a:t>
            </a:r>
            <a:endParaRPr lang="en-US" altLang="ko-KR" sz="1400" dirty="0"/>
          </a:p>
          <a:p>
            <a:r>
              <a:rPr lang="ko-KR" altLang="en-US" sz="1400" dirty="0"/>
              <a:t>전환 </a:t>
            </a:r>
            <a:r>
              <a:rPr lang="ko-KR" altLang="en-US" sz="1400" dirty="0" err="1"/>
              <a:t>기믹</a:t>
            </a:r>
            <a:endParaRPr lang="ko-KR" altLang="en-US" sz="1400" dirty="0"/>
          </a:p>
        </p:txBody>
      </p:sp>
      <p:sp>
        <p:nvSpPr>
          <p:cNvPr id="50" name="Google Shape;129;p4">
            <a:extLst>
              <a:ext uri="{FF2B5EF4-FFF2-40B4-BE49-F238E27FC236}">
                <a16:creationId xmlns:a16="http://schemas.microsoft.com/office/drawing/2014/main" id="{88C469A9-BB36-4D48-B90C-C314F9E12A03}"/>
              </a:ext>
            </a:extLst>
          </p:cNvPr>
          <p:cNvSpPr/>
          <p:nvPr/>
        </p:nvSpPr>
        <p:spPr>
          <a:xfrm>
            <a:off x="9638070" y="3136055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O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" name="Google Shape;129;p4">
            <a:extLst>
              <a:ext uri="{FF2B5EF4-FFF2-40B4-BE49-F238E27FC236}">
                <a16:creationId xmlns:a16="http://schemas.microsoft.com/office/drawing/2014/main" id="{E5D23675-491D-4A43-85CE-5301FC403588}"/>
              </a:ext>
            </a:extLst>
          </p:cNvPr>
          <p:cNvSpPr/>
          <p:nvPr/>
        </p:nvSpPr>
        <p:spPr>
          <a:xfrm>
            <a:off x="2085802" y="3129625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P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58729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589FDD-2597-4EC2-B737-E8E5AF683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덱</a:t>
            </a:r>
            <a:r>
              <a:rPr lang="ko-KR" altLang="en-US" dirty="0"/>
              <a:t> 생성 규칙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A36EBA-4559-4475-9FE4-786449818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전투 불능 상태가 아닌</a:t>
            </a:r>
            <a:r>
              <a:rPr lang="en-US" altLang="ko-KR" dirty="0"/>
              <a:t>(HP &gt; 0) </a:t>
            </a:r>
            <a:r>
              <a:rPr lang="ko-KR" altLang="en-US" dirty="0"/>
              <a:t>캐릭터의 스킬만 </a:t>
            </a:r>
            <a:r>
              <a:rPr lang="ko-KR" altLang="en-US" dirty="0" err="1"/>
              <a:t>덱에</a:t>
            </a:r>
            <a:r>
              <a:rPr lang="ko-KR" altLang="en-US" dirty="0"/>
              <a:t> 포함된다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캐릭터 스킬 카드는 동일한 카드 </a:t>
            </a:r>
            <a:r>
              <a:rPr lang="en-US" altLang="ko-KR" dirty="0"/>
              <a:t>6</a:t>
            </a:r>
            <a:r>
              <a:rPr lang="ko-KR" altLang="en-US" dirty="0"/>
              <a:t>장으로 </a:t>
            </a:r>
            <a:r>
              <a:rPr lang="ko-KR" altLang="en-US" dirty="0" err="1"/>
              <a:t>덱에</a:t>
            </a:r>
            <a:r>
              <a:rPr lang="ko-KR" altLang="en-US" dirty="0"/>
              <a:t> 추가된다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* </a:t>
            </a:r>
            <a:r>
              <a:rPr lang="ko-KR" altLang="en-US" dirty="0"/>
              <a:t>캐릭터가 전투 불능 상태가 되면</a:t>
            </a:r>
            <a:r>
              <a:rPr lang="en-US" altLang="ko-KR" dirty="0"/>
              <a:t>, </a:t>
            </a:r>
            <a:r>
              <a:rPr lang="ko-KR" altLang="en-US" dirty="0"/>
              <a:t>해당 캐릭터가 보유한 스킬 카드는 즉시 </a:t>
            </a:r>
            <a:r>
              <a:rPr lang="ko-KR" altLang="en-US" dirty="0" err="1"/>
              <a:t>덱에서</a:t>
            </a:r>
            <a:r>
              <a:rPr lang="ko-KR" altLang="en-US" dirty="0"/>
              <a:t> 제거된다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5811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724CC4-454B-4094-AD8B-45F670551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덱</a:t>
            </a:r>
            <a:r>
              <a:rPr lang="ko-KR" altLang="en-US" dirty="0"/>
              <a:t> 구성 공식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9F294D-9F24-4297-B1FA-08FCF67AC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팀 인원</a:t>
            </a:r>
            <a:r>
              <a:rPr lang="en-US" altLang="ko-KR" dirty="0"/>
              <a:t>: 3</a:t>
            </a:r>
            <a:r>
              <a:rPr lang="ko-KR" altLang="en-US" dirty="0"/>
              <a:t>명 고정 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캐릭터 </a:t>
            </a:r>
            <a:r>
              <a:rPr lang="en-US" altLang="ko-KR" dirty="0"/>
              <a:t>1</a:t>
            </a:r>
            <a:r>
              <a:rPr lang="ko-KR" altLang="en-US" dirty="0"/>
              <a:t>명당 스킬 카드 수</a:t>
            </a:r>
            <a:r>
              <a:rPr lang="en-US" altLang="ko-KR" dirty="0"/>
              <a:t>: </a:t>
            </a:r>
            <a:r>
              <a:rPr lang="ko-KR" altLang="en-US" dirty="0" err="1"/>
              <a:t>정방향</a:t>
            </a:r>
            <a:r>
              <a:rPr lang="ko-KR" altLang="en-US" dirty="0"/>
              <a:t> </a:t>
            </a:r>
            <a:r>
              <a:rPr lang="en-US" altLang="ko-KR" dirty="0"/>
              <a:t>x 6 = 6</a:t>
            </a:r>
            <a:r>
              <a:rPr lang="ko-KR" altLang="en-US" dirty="0"/>
              <a:t>장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전체 </a:t>
            </a:r>
            <a:r>
              <a:rPr lang="ko-KR" altLang="en-US" dirty="0" err="1"/>
              <a:t>덱</a:t>
            </a:r>
            <a:r>
              <a:rPr lang="ko-KR" altLang="en-US" dirty="0"/>
              <a:t> 구성</a:t>
            </a:r>
            <a:r>
              <a:rPr lang="en-US" altLang="ko-KR" dirty="0"/>
              <a:t>: </a:t>
            </a:r>
            <a:r>
              <a:rPr lang="ko-KR" altLang="en-US" dirty="0"/>
              <a:t>캐릭터 </a:t>
            </a:r>
            <a:r>
              <a:rPr lang="en-US" altLang="ko-KR" dirty="0"/>
              <a:t>1</a:t>
            </a:r>
            <a:r>
              <a:rPr lang="ko-KR" altLang="en-US" dirty="0"/>
              <a:t>명당 스킬 카드 수 </a:t>
            </a:r>
            <a:r>
              <a:rPr lang="en-US" altLang="ko-KR" dirty="0"/>
              <a:t>x 3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/>
              <a:t>총 </a:t>
            </a:r>
            <a:r>
              <a:rPr lang="en-US" altLang="ko-KR" dirty="0"/>
              <a:t>18</a:t>
            </a:r>
            <a:r>
              <a:rPr lang="ko-KR" altLang="en-US" dirty="0"/>
              <a:t>장</a:t>
            </a:r>
          </a:p>
        </p:txBody>
      </p:sp>
    </p:spTree>
    <p:extLst>
      <p:ext uri="{BB962C8B-B14F-4D97-AF65-F5344CB8AC3E}">
        <p14:creationId xmlns:p14="http://schemas.microsoft.com/office/powerpoint/2010/main" val="337949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727CB5-B677-48C9-B1F3-FF59A895D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드로우 규칙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C91930-CC1C-46F2-90FB-4B93BE184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드로우 타이밍</a:t>
            </a:r>
            <a:r>
              <a:rPr lang="en-US" altLang="ko-KR" dirty="0"/>
              <a:t>: </a:t>
            </a:r>
            <a:r>
              <a:rPr lang="ko-KR" altLang="en-US" dirty="0"/>
              <a:t>아군 턴 시작 시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드로우 수량</a:t>
            </a:r>
            <a:r>
              <a:rPr lang="en-US" altLang="ko-KR" dirty="0"/>
              <a:t>: 6</a:t>
            </a:r>
            <a:r>
              <a:rPr lang="ko-KR" altLang="en-US" dirty="0"/>
              <a:t>장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드로우 확률</a:t>
            </a:r>
            <a:r>
              <a:rPr lang="en-US" altLang="ko-KR" dirty="0"/>
              <a:t>: </a:t>
            </a:r>
            <a:r>
              <a:rPr lang="ko-KR" altLang="en-US" dirty="0" err="1"/>
              <a:t>덱</a:t>
            </a:r>
            <a:r>
              <a:rPr lang="ko-KR" altLang="en-US" dirty="0"/>
              <a:t> 내 모든 스킬 카드가 동일한 확률로 선택된다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균등 분포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82694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20;p4">
            <a:extLst>
              <a:ext uri="{FF2B5EF4-FFF2-40B4-BE49-F238E27FC236}">
                <a16:creationId xmlns:a16="http://schemas.microsoft.com/office/drawing/2014/main" id="{F91417A6-56E2-459E-884F-4BF54612D2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dirty="0"/>
              <a:t>스킬</a:t>
            </a:r>
            <a:r>
              <a:rPr lang="en-US" altLang="ko-KR" dirty="0"/>
              <a:t> </a:t>
            </a:r>
            <a:r>
              <a:rPr lang="ko-KR" altLang="en-US" dirty="0"/>
              <a:t>사용 방식 </a:t>
            </a:r>
            <a:endParaRPr dirty="0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31804554-2746-473A-8F69-D195C8F81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ko-KR" altLang="en-US" dirty="0"/>
              <a:t>조작 방식</a:t>
            </a:r>
            <a:r>
              <a:rPr lang="en-US" altLang="ko-KR" dirty="0"/>
              <a:t>: </a:t>
            </a:r>
            <a:r>
              <a:rPr lang="ko-KR" altLang="en-US" dirty="0"/>
              <a:t>드래그 앤 드랍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드로우 된 카드를 스킬 카드를 사용할 대상에게 </a:t>
            </a:r>
            <a:r>
              <a:rPr lang="ko-KR" altLang="en-US" dirty="0" err="1"/>
              <a:t>드래그하면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-&gt; </a:t>
            </a:r>
            <a:r>
              <a:rPr lang="ko-KR" altLang="en-US" dirty="0"/>
              <a:t>역</a:t>
            </a:r>
            <a:r>
              <a:rPr lang="en-US" altLang="ko-KR" dirty="0"/>
              <a:t>, </a:t>
            </a:r>
            <a:r>
              <a:rPr lang="ko-KR" altLang="en-US" dirty="0" err="1"/>
              <a:t>정방향</a:t>
            </a:r>
            <a:r>
              <a:rPr lang="ko-KR" altLang="en-US" dirty="0"/>
              <a:t> 중 선택할 수 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-&gt; </a:t>
            </a:r>
            <a:r>
              <a:rPr lang="ko-KR" altLang="en-US" dirty="0"/>
              <a:t>스킬 사용 범위가 시각적으로 표시된다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r>
              <a:rPr lang="en-US" altLang="ko-KR" dirty="0"/>
              <a:t>-&gt; </a:t>
            </a:r>
            <a:r>
              <a:rPr lang="ko-KR" altLang="en-US" dirty="0"/>
              <a:t>스킬 카드를 사용할 대상에게 올려 </a:t>
            </a:r>
            <a:r>
              <a:rPr lang="ko-KR" altLang="en-US" dirty="0" err="1"/>
              <a:t>드랍하면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-&gt; </a:t>
            </a:r>
            <a:r>
              <a:rPr lang="ko-KR" altLang="en-US" dirty="0"/>
              <a:t>즉시 코스트가 소비되고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-&gt; </a:t>
            </a:r>
            <a:r>
              <a:rPr lang="ko-KR" altLang="en-US" dirty="0"/>
              <a:t>캐릭터 모션을 출력한 뒤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-&gt; </a:t>
            </a:r>
            <a:r>
              <a:rPr lang="ko-KR" altLang="en-US" dirty="0"/>
              <a:t>스킬 효과가 발동된다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* </a:t>
            </a:r>
            <a:r>
              <a:rPr lang="ko-KR" altLang="en-US" dirty="0"/>
              <a:t>보유 코스트가 드로우 된 카드의 소모 코스트보다 적을 경우 해당 카드를 </a:t>
            </a:r>
            <a:r>
              <a:rPr lang="ko-KR" altLang="en-US" dirty="0" err="1"/>
              <a:t>딤드</a:t>
            </a:r>
            <a:r>
              <a:rPr lang="ko-KR" altLang="en-US" dirty="0"/>
              <a:t> 처리</a:t>
            </a:r>
            <a:r>
              <a:rPr lang="en-US" altLang="ko-K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58288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92B1BE-0FB5-4B84-9AAC-FFC1AF3C8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턴 시작 시 카드 처리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8117C0-5B65-479B-9178-66A93D032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 err="1"/>
              <a:t>덱에</a:t>
            </a:r>
            <a:r>
              <a:rPr lang="ko-KR" altLang="en-US" dirty="0"/>
              <a:t> 남은 카드가 </a:t>
            </a:r>
            <a:r>
              <a:rPr lang="en-US" altLang="ko-KR" dirty="0"/>
              <a:t>6</a:t>
            </a:r>
            <a:r>
              <a:rPr lang="ko-KR" altLang="en-US" dirty="0"/>
              <a:t>장 미만일 경우</a:t>
            </a:r>
            <a:r>
              <a:rPr lang="en-US" altLang="ko-KR" dirty="0"/>
              <a:t>, </a:t>
            </a:r>
            <a:r>
              <a:rPr lang="ko-KR" altLang="en-US" dirty="0" err="1"/>
              <a:t>덱을</a:t>
            </a:r>
            <a:r>
              <a:rPr lang="ko-KR" altLang="en-US" dirty="0"/>
              <a:t> </a:t>
            </a:r>
            <a:r>
              <a:rPr lang="ko-KR" altLang="en-US" dirty="0" err="1"/>
              <a:t>리셋한다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리셋 시 현재 전투 불능 상태가 아닌 캐릭터 기준으로 </a:t>
            </a:r>
            <a:r>
              <a:rPr lang="ko-KR" altLang="en-US" dirty="0" err="1"/>
              <a:t>덱</a:t>
            </a:r>
            <a:r>
              <a:rPr lang="ko-KR" altLang="en-US" dirty="0"/>
              <a:t> 생성 규칙에 따라 재구성한다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이후로는 드로우 규칙에 따라 처리한다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11868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92B1BE-0FB5-4B84-9AAC-FFC1AF3C8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턴 종료 시 카드 처리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8117C0-5B65-479B-9178-66A93D032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사용하지 않은 카드가 </a:t>
            </a:r>
            <a:r>
              <a:rPr lang="ko-KR" altLang="en-US" dirty="0" err="1"/>
              <a:t>덱에</a:t>
            </a:r>
            <a:r>
              <a:rPr lang="ko-KR" altLang="en-US" dirty="0"/>
              <a:t> 복귀한다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30450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1446</TotalTime>
  <Words>522</Words>
  <Application>Microsoft Office PowerPoint</Application>
  <PresentationFormat>와이드스크린</PresentationFormat>
  <Paragraphs>108</Paragraphs>
  <Slides>13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맑은 고딕</vt:lpstr>
      <vt:lpstr>맑은 고딕</vt:lpstr>
      <vt:lpstr>Arial</vt:lpstr>
      <vt:lpstr>Office 테마</vt:lpstr>
      <vt:lpstr>스킬 &amp; 드로우 시스템</vt:lpstr>
      <vt:lpstr>이 문서를 읽을 때..</vt:lpstr>
      <vt:lpstr>스킬 정의 </vt:lpstr>
      <vt:lpstr>아군 캐릭터 스킬 보유 규칙 </vt:lpstr>
      <vt:lpstr>적군 캐릭터 스킬 보유 규칙 </vt:lpstr>
      <vt:lpstr>적군 캐릭터 스킬 보유 규칙 </vt:lpstr>
      <vt:lpstr>적군 캐릭터 스킬 보유 규칙 </vt:lpstr>
      <vt:lpstr>덱 생성 규칙 </vt:lpstr>
      <vt:lpstr>덱 구성 공식</vt:lpstr>
      <vt:lpstr>드로우 규칙</vt:lpstr>
      <vt:lpstr>스킬 사용 방식 </vt:lpstr>
      <vt:lpstr>턴 시작 시 카드 처리 </vt:lpstr>
      <vt:lpstr>턴 종료 시 카드 처리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스킬 드로우 시스템</dc:title>
  <dc:creator>ki</dc:creator>
  <cp:lastModifiedBy>ki</cp:lastModifiedBy>
  <cp:revision>62</cp:revision>
  <dcterms:created xsi:type="dcterms:W3CDTF">2026-02-26T12:01:45Z</dcterms:created>
  <dcterms:modified xsi:type="dcterms:W3CDTF">2026-03-22T12:41:00Z</dcterms:modified>
</cp:coreProperties>
</file>