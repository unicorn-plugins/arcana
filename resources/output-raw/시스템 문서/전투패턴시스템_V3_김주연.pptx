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WhBG53nan9oV22Ui5EgPuPDV1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7ebc807e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d7ebc807e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d7ebc807e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2026-03-15T14:59:24Z</dcterms:created>
  <dc:creator>PptxGenJS</dc:creator>
</cp:coreProperties>
</file>