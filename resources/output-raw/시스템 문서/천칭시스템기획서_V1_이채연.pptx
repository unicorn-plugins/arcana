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3" r:id="rId4"/>
    <p:sldId id="257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4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700C4-8F12-4ED4-8FFF-B60620B73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F0CCB5-A504-45EE-A9AA-4BC49D5A8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FB17F-D55A-40DE-8816-B1A7E5B7F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B33E3-AD6D-4E05-BECB-6668357A5322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EE7DCC-39C5-4069-93F4-AE2E17AFC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ABF330-4274-4370-A69B-3B13B9B95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7026-B315-4507-8CE0-ECC89CAF7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583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5AFFB7-4F11-43E7-8EF8-4125AF054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443C34-1161-4D4B-B26F-075293E92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BDCA9E-DD66-4754-8ABB-D64B847AD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B33E3-AD6D-4E05-BECB-6668357A5322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EA2D93-055F-4759-BED3-541FB129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FEF53E-9360-45CE-AA61-6EAC5C15A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7026-B315-4507-8CE0-ECC89CAF7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33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FA8ED8-5E3B-4725-AEA3-BE059F17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BD7D35-6FD0-4C34-8564-F7C801022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AF3F18-5DDF-4539-A24A-0E1169C2B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B33E3-AD6D-4E05-BECB-6668357A5322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0062AF-09CC-434F-B50C-08D7FBA8F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D87539-DCF1-476A-BAF2-BB22379EE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7026-B315-4507-8CE0-ECC89CAF7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569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60093-EF9B-4E9E-A729-B3124D676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3ED0A8-D971-4A05-B4E9-92BA12D1C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30F595-89B8-4A2B-8172-C6AE3A278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0B5336-52CC-4028-8E6E-D4B4C51C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B33E3-AD6D-4E05-BECB-6668357A5322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E703FC-5CF7-4BFB-82B3-BF3D1C8A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2F7EEB-F606-4013-8959-D8E1726AE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7026-B315-4507-8CE0-ECC89CAF7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269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97082-710F-41F0-8E59-BAF92A998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5DF50F-F501-44B6-89B5-D0E792567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1F4E3C-9993-442D-855F-923FFF733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781C6F-B83F-42FE-ABC5-FBDD171D06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FC3FA1B-0466-453A-854D-B39E57EB19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1A9AF5-D856-40CF-857B-E426B6747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B33E3-AD6D-4E05-BECB-6668357A5322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7D3A91-C38B-4DCA-9F5D-D3DB683E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6FACA6-E368-436B-B612-D488847A0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7026-B315-4507-8CE0-ECC89CAF7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15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51C81-F27E-4B6A-B609-E870874FA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F1466D-8874-473F-807C-DF9F57C1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B33E3-AD6D-4E05-BECB-6668357A5322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63A61D-A60F-4293-A431-48D510F02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B6EE2A-F6A0-447B-BA76-9D2037FC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7026-B315-4507-8CE0-ECC89CAF7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853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9C4754-D569-411C-907C-730289837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B33E3-AD6D-4E05-BECB-6668357A5322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508457-1722-40D3-A6C3-8113E48B7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27B158-BF2C-4ECB-885E-8ED40865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7026-B315-4507-8CE0-ECC89CAF7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607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573A9-97AA-46E2-B086-B950349B2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3634E4-789B-4723-A8C6-FC8645BC1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DC58D8-9F94-487C-A4FB-09A9CD822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7403BA-43DF-4750-8D96-ED0236DA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B33E3-AD6D-4E05-BECB-6668357A5322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FBD455-0B08-42A2-88FE-E1616034A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1185E5-87F5-4967-A6E3-CDAA4B4A7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7026-B315-4507-8CE0-ECC89CAF7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479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B7C2E-858B-478D-9DCB-DDC3D7CA0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447CE2C-6763-48FF-B1B0-39075A1D7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3FD98C-BB9D-460D-A51E-66AC5BEB1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B06AA5-B1DE-4C36-BC5E-F644DBB00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B33E3-AD6D-4E05-BECB-6668357A5322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108416-B31C-4731-ADFA-36722C7F6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EBBD7C-425A-4311-B3DA-EA80C168F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7026-B315-4507-8CE0-ECC89CAF7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275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9E359-081E-4919-856F-D80953F48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59AFB8-AC05-4EF4-817E-0E4787698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13D726-A5F6-45F0-8EDE-6D7B25142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B33E3-AD6D-4E05-BECB-6668357A5322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AA3315-3705-40AD-95AE-7DFAA82AA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785E1-2B1A-4EEC-9FCA-31E0CC0E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7026-B315-4507-8CE0-ECC89CAF7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75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E5B374D-18E9-4C16-82C3-3C813B228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94C94F-E509-4F20-81F1-DFE282516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A11F29-9782-4502-8867-B9F0ED219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B33E3-AD6D-4E05-BECB-6668357A5322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7E15EC-8B15-4092-ACAB-ABC44719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044AA5-C05D-41EE-B5D0-CEF1ADDE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7026-B315-4507-8CE0-ECC89CAF7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108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0FFB178-11B9-4FF0-A27D-93674D8A9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12FC11-37A7-4C26-AA27-F0974B798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831882-2C28-44A9-B71C-B5DF73548F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B33E3-AD6D-4E05-BECB-6668357A5322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79F20F-66AC-4B1A-AD0C-4AB5FEE43F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6614F-012F-4351-B817-F7DB956A1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17026-B315-4507-8CE0-ECC89CAF7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885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A0F5B1-4DAF-417C-A583-D99F62A4B4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천칭 시스템 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B3232F-7E8F-43D2-972F-D4385160CF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이채연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5115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5D9EE-54F9-4434-9122-BE33620A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천칭 시스템 정의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2DC69-3A2D-450E-821E-CAEDDC242B94}"/>
              </a:ext>
            </a:extLst>
          </p:cNvPr>
          <p:cNvSpPr txBox="1"/>
          <p:nvPr/>
        </p:nvSpPr>
        <p:spPr>
          <a:xfrm>
            <a:off x="661376" y="3644900"/>
            <a:ext cx="110594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역</a:t>
            </a:r>
            <a:r>
              <a:rPr lang="en-US" altLang="ko-KR" dirty="0"/>
              <a:t>, </a:t>
            </a:r>
            <a:r>
              <a:rPr lang="ko-KR" altLang="en-US" dirty="0" err="1"/>
              <a:t>정방향</a:t>
            </a:r>
            <a:r>
              <a:rPr lang="ko-KR" altLang="en-US" dirty="0"/>
              <a:t> 카드 사용에 따른 하이 리스크 하이 리턴</a:t>
            </a:r>
            <a:r>
              <a:rPr lang="en-US" altLang="ko-KR" dirty="0"/>
              <a:t>, </a:t>
            </a:r>
            <a:r>
              <a:rPr lang="ko-KR" altLang="en-US" dirty="0"/>
              <a:t>로우 리스크 로우 리턴의 전략적 요소를 위한 시스템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역방향 사용 </a:t>
            </a:r>
            <a:r>
              <a:rPr lang="en-US" altLang="ko-KR" dirty="0"/>
              <a:t>= </a:t>
            </a:r>
            <a:r>
              <a:rPr lang="ko-KR" altLang="en-US" dirty="0"/>
              <a:t>하이 리스크 하이 리턴</a:t>
            </a:r>
            <a:endParaRPr lang="en-US" altLang="ko-KR" dirty="0"/>
          </a:p>
          <a:p>
            <a:r>
              <a:rPr lang="ko-KR" altLang="en-US" dirty="0" err="1"/>
              <a:t>정방향</a:t>
            </a:r>
            <a:r>
              <a:rPr lang="ko-KR" altLang="en-US" dirty="0"/>
              <a:t> 사용 </a:t>
            </a:r>
            <a:r>
              <a:rPr lang="en-US" altLang="ko-KR" dirty="0"/>
              <a:t>= </a:t>
            </a:r>
            <a:r>
              <a:rPr lang="ko-KR" altLang="en-US" dirty="0"/>
              <a:t>로우 리스크 로우 리턴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7201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5D9EE-54F9-4434-9122-BE33620A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천칭 시스템 처리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2DC69-3A2D-450E-821E-CAEDDC242B94}"/>
              </a:ext>
            </a:extLst>
          </p:cNvPr>
          <p:cNvSpPr txBox="1"/>
          <p:nvPr/>
        </p:nvSpPr>
        <p:spPr>
          <a:xfrm>
            <a:off x="940776" y="1943100"/>
            <a:ext cx="65678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전투 노드 입장할 때 천칭 시스템 초기화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플레이어가 스킬 사용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스킬 사용에 따른 증감치에 따라 침의 기울기 실시간 변화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칸에 도달할 시 효과를 정해진 대상에게 즉시 적용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22114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5D9EE-54F9-4434-9122-BE33620A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스킬 카드 증감치</a:t>
            </a:r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B5733172-44DD-4FC9-98E4-F4593A2DA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스킬의 종류에 따라 정해진 </a:t>
            </a:r>
            <a:r>
              <a:rPr lang="ko-KR" altLang="en-US" dirty="0" err="1"/>
              <a:t>증감량이</a:t>
            </a:r>
            <a:r>
              <a:rPr lang="ko-KR" altLang="en-US" dirty="0"/>
              <a:t>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역방향 </a:t>
            </a:r>
            <a:r>
              <a:rPr lang="en-US" altLang="ko-KR" dirty="0"/>
              <a:t>= </a:t>
            </a:r>
            <a:r>
              <a:rPr lang="ko-KR" altLang="en-US" dirty="0"/>
              <a:t>운명 수치 </a:t>
            </a:r>
            <a:r>
              <a:rPr lang="en-US" altLang="ko-KR" dirty="0"/>
              <a:t>+ 10</a:t>
            </a:r>
          </a:p>
          <a:p>
            <a:r>
              <a:rPr lang="ko-KR" altLang="en-US" dirty="0" err="1"/>
              <a:t>정방향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운명 수치 </a:t>
            </a:r>
            <a:r>
              <a:rPr lang="en-US" altLang="ko-KR" dirty="0"/>
              <a:t>- 10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A7B188-E898-469C-B900-8881D63A48DF}"/>
              </a:ext>
            </a:extLst>
          </p:cNvPr>
          <p:cNvSpPr txBox="1"/>
          <p:nvPr/>
        </p:nvSpPr>
        <p:spPr>
          <a:xfrm>
            <a:off x="7734300" y="865246"/>
            <a:ext cx="428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상세 수치 레벨링에서 조절 가능 해야함</a:t>
            </a:r>
          </a:p>
        </p:txBody>
      </p:sp>
    </p:spTree>
    <p:extLst>
      <p:ext uri="{BB962C8B-B14F-4D97-AF65-F5344CB8AC3E}">
        <p14:creationId xmlns:p14="http://schemas.microsoft.com/office/powerpoint/2010/main" val="1474722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025AE-C2C8-437E-B5A1-3F0CC720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7131"/>
            <a:ext cx="10515600" cy="1325563"/>
          </a:xfrm>
        </p:spPr>
        <p:txBody>
          <a:bodyPr/>
          <a:lstStyle/>
          <a:p>
            <a:r>
              <a:rPr lang="ko-KR" altLang="en-US" dirty="0"/>
              <a:t>기울기 표시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4D616-3F17-446C-A136-8F93D1389E87}"/>
              </a:ext>
            </a:extLst>
          </p:cNvPr>
          <p:cNvSpPr txBox="1"/>
          <p:nvPr/>
        </p:nvSpPr>
        <p:spPr>
          <a:xfrm>
            <a:off x="1103799" y="2273021"/>
            <a:ext cx="535435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칸에 대한 텍스트는 비주얼 적으로 표시하지 않음</a:t>
            </a:r>
            <a:endParaRPr lang="en-US" altLang="ko-KR" dirty="0"/>
          </a:p>
          <a:p>
            <a:r>
              <a:rPr lang="ko-KR" altLang="en-US" dirty="0"/>
              <a:t>한 칸 마다 수치 </a:t>
            </a:r>
            <a:r>
              <a:rPr lang="en-US" altLang="ko-KR" dirty="0"/>
              <a:t>50</a:t>
            </a:r>
            <a:r>
              <a:rPr lang="ko-KR" altLang="en-US" dirty="0"/>
              <a:t>을 가짐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Ex) </a:t>
            </a:r>
          </a:p>
          <a:p>
            <a:r>
              <a:rPr lang="en-US" altLang="ko-KR" dirty="0"/>
              <a:t>0</a:t>
            </a:r>
            <a:r>
              <a:rPr lang="ko-KR" altLang="en-US" dirty="0"/>
              <a:t>에서 </a:t>
            </a:r>
            <a:r>
              <a:rPr lang="en-US" altLang="ko-KR" dirty="0"/>
              <a:t>1</a:t>
            </a:r>
            <a:r>
              <a:rPr lang="ko-KR" altLang="en-US" dirty="0"/>
              <a:t>까지 한 칸 가려면 </a:t>
            </a:r>
            <a:r>
              <a:rPr lang="en-US" altLang="ko-KR" dirty="0"/>
              <a:t>+50</a:t>
            </a:r>
            <a:r>
              <a:rPr lang="ko-KR" altLang="en-US" dirty="0"/>
              <a:t>의 운명</a:t>
            </a:r>
            <a:r>
              <a:rPr lang="en-US" altLang="ko-KR" dirty="0"/>
              <a:t> </a:t>
            </a:r>
            <a:r>
              <a:rPr lang="ko-KR" altLang="en-US" dirty="0"/>
              <a:t>수치 필요</a:t>
            </a:r>
            <a:endParaRPr lang="en-US" altLang="ko-KR" dirty="0"/>
          </a:p>
          <a:p>
            <a:r>
              <a:rPr lang="en-US" altLang="ko-KR" dirty="0"/>
              <a:t>0</a:t>
            </a:r>
            <a:r>
              <a:rPr lang="ko-KR" altLang="en-US" dirty="0"/>
              <a:t>에서 </a:t>
            </a:r>
            <a:r>
              <a:rPr lang="en-US" altLang="ko-KR" dirty="0"/>
              <a:t>-3</a:t>
            </a:r>
            <a:r>
              <a:rPr lang="ko-KR" altLang="en-US" dirty="0"/>
              <a:t>까지 세 칸 가려면 </a:t>
            </a:r>
            <a:r>
              <a:rPr lang="en-US" altLang="ko-KR" dirty="0"/>
              <a:t>-150</a:t>
            </a:r>
            <a:r>
              <a:rPr lang="ko-KR" altLang="en-US" dirty="0"/>
              <a:t>의 운명 수치 필요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1DCBAA-08DB-464F-8624-FB898A76C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710" y="756016"/>
            <a:ext cx="3714465" cy="275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94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025AE-C2C8-437E-B5A1-3F0CC720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7131"/>
            <a:ext cx="10515600" cy="1325563"/>
          </a:xfrm>
        </p:spPr>
        <p:txBody>
          <a:bodyPr/>
          <a:lstStyle/>
          <a:p>
            <a:r>
              <a:rPr lang="ko-KR" altLang="en-US" dirty="0"/>
              <a:t>효과 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5271389-B5A3-4CED-97C9-7E300772BF91}"/>
              </a:ext>
            </a:extLst>
          </p:cNvPr>
          <p:cNvGraphicFramePr>
            <a:graphicFrameLocks noGrp="1"/>
          </p:cNvGraphicFramePr>
          <p:nvPr/>
        </p:nvGraphicFramePr>
        <p:xfrm>
          <a:off x="531340" y="4405479"/>
          <a:ext cx="10923374" cy="2308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930">
                  <a:extLst>
                    <a:ext uri="{9D8B030D-6E8A-4147-A177-3AD203B41FA5}">
                      <a16:colId xmlns:a16="http://schemas.microsoft.com/office/drawing/2014/main" val="3582235122"/>
                    </a:ext>
                  </a:extLst>
                </a:gridCol>
                <a:gridCol w="9817444">
                  <a:extLst>
                    <a:ext uri="{9D8B030D-6E8A-4147-A177-3AD203B41FA5}">
                      <a16:colId xmlns:a16="http://schemas.microsoft.com/office/drawing/2014/main" val="3464457018"/>
                    </a:ext>
                  </a:extLst>
                </a:gridCol>
              </a:tblGrid>
              <a:tr h="387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운명 저항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461815"/>
                  </a:ext>
                </a:extLst>
              </a:tr>
              <a:tr h="441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아군팀</a:t>
                      </a:r>
                      <a:r>
                        <a:rPr lang="ko-KR" altLang="en-US" dirty="0"/>
                        <a:t> 전체 공격력 수치 </a:t>
                      </a:r>
                      <a:r>
                        <a:rPr lang="en-US" altLang="ko-KR" dirty="0"/>
                        <a:t>8%</a:t>
                      </a:r>
                      <a:r>
                        <a:rPr lang="ko-KR" altLang="en-US" dirty="0"/>
                        <a:t> 증가</a:t>
                      </a:r>
                      <a:r>
                        <a:rPr lang="en-US" altLang="ko-KR" dirty="0"/>
                        <a:t> </a:t>
                      </a:r>
                    </a:p>
                    <a:p>
                      <a:pPr algn="ctr" latinLnBrk="1"/>
                      <a:r>
                        <a:rPr lang="ko-KR" altLang="en-US" dirty="0" err="1"/>
                        <a:t>아군팀</a:t>
                      </a:r>
                      <a:r>
                        <a:rPr lang="ko-KR" altLang="en-US" dirty="0"/>
                        <a:t> 전체 </a:t>
                      </a:r>
                      <a:r>
                        <a:rPr lang="en-US" altLang="ko-KR" dirty="0"/>
                        <a:t>hp </a:t>
                      </a:r>
                      <a:r>
                        <a:rPr lang="ko-KR" altLang="en-US" dirty="0"/>
                        <a:t>수치</a:t>
                      </a:r>
                      <a:r>
                        <a:rPr lang="en-US" altLang="ko-KR" dirty="0"/>
                        <a:t> 5% </a:t>
                      </a:r>
                      <a:r>
                        <a:rPr lang="ko-KR" altLang="en-US" dirty="0"/>
                        <a:t>감소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아군팀</a:t>
                      </a:r>
                      <a:r>
                        <a:rPr lang="ko-KR" altLang="en-US" dirty="0"/>
                        <a:t> 전체 방어력 수치 </a:t>
                      </a:r>
                      <a:r>
                        <a:rPr lang="en-US" altLang="ko-KR" dirty="0"/>
                        <a:t>5% </a:t>
                      </a:r>
                      <a:r>
                        <a:rPr lang="ko-KR" altLang="en-US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301914"/>
                  </a:ext>
                </a:extLst>
              </a:tr>
              <a:tr h="441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아군팀</a:t>
                      </a:r>
                      <a:r>
                        <a:rPr lang="ko-KR" altLang="en-US" dirty="0"/>
                        <a:t> 전체 공격력 수치 </a:t>
                      </a:r>
                      <a:r>
                        <a:rPr lang="en-US" altLang="ko-KR" dirty="0"/>
                        <a:t>16%</a:t>
                      </a:r>
                      <a:r>
                        <a:rPr lang="ko-KR" altLang="en-US" dirty="0"/>
                        <a:t> 증가</a:t>
                      </a:r>
                      <a:r>
                        <a:rPr lang="en-US" altLang="ko-KR" dirty="0"/>
                        <a:t> </a:t>
                      </a:r>
                    </a:p>
                    <a:p>
                      <a:pPr algn="ctr" latinLnBrk="1"/>
                      <a:r>
                        <a:rPr lang="ko-KR" altLang="en-US" dirty="0" err="1"/>
                        <a:t>아군팀</a:t>
                      </a:r>
                      <a:r>
                        <a:rPr lang="ko-KR" altLang="en-US" dirty="0"/>
                        <a:t> 전체 </a:t>
                      </a:r>
                      <a:r>
                        <a:rPr lang="en-US" altLang="ko-KR" dirty="0"/>
                        <a:t>hp </a:t>
                      </a:r>
                      <a:r>
                        <a:rPr lang="ko-KR" altLang="en-US" dirty="0"/>
                        <a:t>수치</a:t>
                      </a:r>
                      <a:r>
                        <a:rPr lang="en-US" altLang="ko-KR" dirty="0"/>
                        <a:t> 10% </a:t>
                      </a:r>
                      <a:r>
                        <a:rPr lang="ko-KR" altLang="en-US" dirty="0"/>
                        <a:t>감소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아군팀</a:t>
                      </a:r>
                      <a:r>
                        <a:rPr lang="ko-KR" altLang="en-US" dirty="0"/>
                        <a:t> 전체 방어력 수치 </a:t>
                      </a:r>
                      <a:r>
                        <a:rPr lang="en-US" altLang="ko-KR" dirty="0"/>
                        <a:t>10% </a:t>
                      </a:r>
                      <a:r>
                        <a:rPr lang="ko-KR" altLang="en-US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805828"/>
                  </a:ext>
                </a:extLst>
              </a:tr>
              <a:tr h="441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아군팀</a:t>
                      </a:r>
                      <a:r>
                        <a:rPr lang="ko-KR" altLang="en-US" dirty="0"/>
                        <a:t> 전체 공격력 수치 </a:t>
                      </a:r>
                      <a:r>
                        <a:rPr lang="en-US" altLang="ko-KR" dirty="0"/>
                        <a:t>32%</a:t>
                      </a:r>
                      <a:r>
                        <a:rPr lang="ko-KR" altLang="en-US" dirty="0"/>
                        <a:t> 증가</a:t>
                      </a:r>
                      <a:r>
                        <a:rPr lang="en-US" altLang="ko-KR" dirty="0"/>
                        <a:t> </a:t>
                      </a:r>
                    </a:p>
                    <a:p>
                      <a:pPr algn="ctr" latinLnBrk="1"/>
                      <a:r>
                        <a:rPr lang="ko-KR" altLang="en-US" dirty="0" err="1"/>
                        <a:t>아군팀</a:t>
                      </a:r>
                      <a:r>
                        <a:rPr lang="ko-KR" altLang="en-US" dirty="0"/>
                        <a:t> 전체 </a:t>
                      </a:r>
                      <a:r>
                        <a:rPr lang="en-US" altLang="ko-KR" dirty="0"/>
                        <a:t>hp </a:t>
                      </a:r>
                      <a:r>
                        <a:rPr lang="ko-KR" altLang="en-US" dirty="0"/>
                        <a:t>수치</a:t>
                      </a:r>
                      <a:r>
                        <a:rPr lang="en-US" altLang="ko-KR" dirty="0"/>
                        <a:t> 20% </a:t>
                      </a:r>
                      <a:r>
                        <a:rPr lang="ko-KR" altLang="en-US" dirty="0"/>
                        <a:t>감소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아군팀</a:t>
                      </a:r>
                      <a:r>
                        <a:rPr lang="ko-KR" altLang="en-US" dirty="0"/>
                        <a:t> 전체 방어력 수치 </a:t>
                      </a:r>
                      <a:r>
                        <a:rPr lang="en-US" altLang="ko-KR" dirty="0"/>
                        <a:t>20% </a:t>
                      </a:r>
                      <a:r>
                        <a:rPr lang="ko-KR" altLang="en-US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30300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258830A-EF54-43B4-8AB7-604E28CB4D01}"/>
              </a:ext>
            </a:extLst>
          </p:cNvPr>
          <p:cNvGraphicFramePr>
            <a:graphicFrameLocks noGrp="1"/>
          </p:cNvGraphicFramePr>
          <p:nvPr/>
        </p:nvGraphicFramePr>
        <p:xfrm>
          <a:off x="531340" y="1929045"/>
          <a:ext cx="10923374" cy="2308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475">
                  <a:extLst>
                    <a:ext uri="{9D8B030D-6E8A-4147-A177-3AD203B41FA5}">
                      <a16:colId xmlns:a16="http://schemas.microsoft.com/office/drawing/2014/main" val="3582235122"/>
                    </a:ext>
                  </a:extLst>
                </a:gridCol>
                <a:gridCol w="9819899">
                  <a:extLst>
                    <a:ext uri="{9D8B030D-6E8A-4147-A177-3AD203B41FA5}">
                      <a16:colId xmlns:a16="http://schemas.microsoft.com/office/drawing/2014/main" val="3464457018"/>
                    </a:ext>
                  </a:extLst>
                </a:gridCol>
              </a:tblGrid>
              <a:tr h="387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운명 순응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461815"/>
                  </a:ext>
                </a:extLst>
              </a:tr>
              <a:tr h="441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적에게 데미지를 넣을 때마다 데미지 넣은 캐릭터의 전체 </a:t>
                      </a:r>
                      <a:r>
                        <a:rPr lang="en-US" altLang="ko-KR" dirty="0"/>
                        <a:t>hp</a:t>
                      </a:r>
                      <a:r>
                        <a:rPr lang="ko-KR" altLang="en-US" dirty="0"/>
                        <a:t>의</a:t>
                      </a:r>
                      <a:r>
                        <a:rPr lang="en-US" altLang="ko-KR" dirty="0"/>
                        <a:t> 3%</a:t>
                      </a:r>
                      <a:r>
                        <a:rPr lang="ko-KR" altLang="en-US" dirty="0"/>
                        <a:t> 회복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파티 전체 공격력의 </a:t>
                      </a:r>
                      <a:r>
                        <a:rPr lang="en-US" altLang="ko-KR" dirty="0"/>
                        <a:t>3% </a:t>
                      </a:r>
                      <a:r>
                        <a:rPr lang="ko-KR" altLang="en-US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301914"/>
                  </a:ext>
                </a:extLst>
              </a:tr>
              <a:tr h="441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적에게 데미지를 넣을 때마다 데미지 넣은 캐릭터의 전체 </a:t>
                      </a:r>
                      <a:r>
                        <a:rPr lang="en-US" altLang="ko-KR" dirty="0"/>
                        <a:t>hp</a:t>
                      </a:r>
                      <a:r>
                        <a:rPr lang="ko-KR" altLang="en-US" dirty="0"/>
                        <a:t>의</a:t>
                      </a:r>
                      <a:r>
                        <a:rPr lang="en-US" altLang="ko-KR" dirty="0"/>
                        <a:t> 6%</a:t>
                      </a:r>
                      <a:r>
                        <a:rPr lang="ko-KR" altLang="en-US" dirty="0"/>
                        <a:t> 회복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파티 전체 공격력의 </a:t>
                      </a:r>
                      <a:r>
                        <a:rPr lang="en-US" altLang="ko-KR" dirty="0"/>
                        <a:t>6% </a:t>
                      </a:r>
                      <a:r>
                        <a:rPr lang="ko-KR" altLang="en-US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805828"/>
                  </a:ext>
                </a:extLst>
              </a:tr>
              <a:tr h="441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적에게 데미지를 넣을 때마다 데미지 넣은 캐릭터의 전체 </a:t>
                      </a:r>
                      <a:r>
                        <a:rPr lang="en-US" altLang="ko-KR" dirty="0"/>
                        <a:t>hp</a:t>
                      </a:r>
                      <a:r>
                        <a:rPr lang="ko-KR" altLang="en-US" dirty="0"/>
                        <a:t>의</a:t>
                      </a:r>
                      <a:r>
                        <a:rPr lang="en-US" altLang="ko-KR" dirty="0"/>
                        <a:t> 12%</a:t>
                      </a:r>
                      <a:r>
                        <a:rPr lang="ko-KR" altLang="en-US" dirty="0"/>
                        <a:t> 회복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파티 전체 공격력의 </a:t>
                      </a:r>
                      <a:r>
                        <a:rPr lang="en-US" altLang="ko-KR" dirty="0"/>
                        <a:t>12% </a:t>
                      </a:r>
                      <a:r>
                        <a:rPr lang="ko-KR" altLang="en-US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303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F538358-140E-4B3A-83C9-A5D76BE27B86}"/>
              </a:ext>
            </a:extLst>
          </p:cNvPr>
          <p:cNvSpPr txBox="1"/>
          <p:nvPr/>
        </p:nvSpPr>
        <p:spPr>
          <a:xfrm>
            <a:off x="838200" y="1511602"/>
            <a:ext cx="60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칸마다 </a:t>
            </a:r>
            <a:r>
              <a:rPr lang="ko-KR" altLang="en-US" dirty="0" err="1"/>
              <a:t>증감량이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배 씩 늘어난다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CDC29-4242-4E7C-992B-0ABE196C7EF5}"/>
              </a:ext>
            </a:extLst>
          </p:cNvPr>
          <p:cNvSpPr txBox="1"/>
          <p:nvPr/>
        </p:nvSpPr>
        <p:spPr>
          <a:xfrm>
            <a:off x="7734300" y="865246"/>
            <a:ext cx="428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상세 수치 레벨링에서 조절 가능 해야함</a:t>
            </a:r>
          </a:p>
        </p:txBody>
      </p:sp>
    </p:spTree>
    <p:extLst>
      <p:ext uri="{BB962C8B-B14F-4D97-AF65-F5344CB8AC3E}">
        <p14:creationId xmlns:p14="http://schemas.microsoft.com/office/powerpoint/2010/main" val="156133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025AE-C2C8-437E-B5A1-3F0CC720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7131"/>
            <a:ext cx="10515600" cy="1325563"/>
          </a:xfrm>
        </p:spPr>
        <p:txBody>
          <a:bodyPr/>
          <a:lstStyle/>
          <a:p>
            <a:r>
              <a:rPr lang="ko-KR" altLang="en-US"/>
              <a:t>효과 계산식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5B31C-1B9D-4ACF-9F6E-316FBF9DAFC0}"/>
              </a:ext>
            </a:extLst>
          </p:cNvPr>
          <p:cNvSpPr txBox="1"/>
          <p:nvPr/>
        </p:nvSpPr>
        <p:spPr>
          <a:xfrm>
            <a:off x="990600" y="2408535"/>
            <a:ext cx="9423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dirty="0"/>
              <a:t>적에게 데미지를 넣을 때마다</a:t>
            </a:r>
            <a:endParaRPr lang="en-US" altLang="ko-KR" dirty="0"/>
          </a:p>
          <a:p>
            <a:pPr latinLnBrk="1"/>
            <a:r>
              <a:rPr lang="en-US" altLang="ko-KR" dirty="0"/>
              <a:t>-&gt; </a:t>
            </a:r>
            <a:r>
              <a:rPr lang="ko-KR" altLang="en-US" dirty="0"/>
              <a:t>적에게 데미지 넣었는지 체크 </a:t>
            </a:r>
            <a:endParaRPr lang="en-US" altLang="ko-KR" dirty="0"/>
          </a:p>
          <a:p>
            <a:pPr latinLnBrk="1"/>
            <a:endParaRPr lang="en-US" altLang="ko-KR" dirty="0"/>
          </a:p>
          <a:p>
            <a:pPr latinLnBrk="1"/>
            <a:r>
              <a:rPr lang="ko-KR" altLang="en-US" dirty="0"/>
              <a:t>데미지 넣은 캐릭터의 전체 </a:t>
            </a:r>
            <a:r>
              <a:rPr lang="en-US" altLang="ko-KR" dirty="0"/>
              <a:t>hp</a:t>
            </a:r>
            <a:r>
              <a:rPr lang="ko-KR" altLang="en-US" dirty="0"/>
              <a:t>의</a:t>
            </a:r>
            <a:r>
              <a:rPr lang="en-US" altLang="ko-KR" dirty="0"/>
              <a:t> 3%</a:t>
            </a:r>
            <a:r>
              <a:rPr lang="ko-KR" altLang="en-US" dirty="0"/>
              <a:t> 회복</a:t>
            </a:r>
            <a:endParaRPr lang="en-US" altLang="ko-KR" dirty="0"/>
          </a:p>
          <a:p>
            <a:pPr latinLnBrk="1"/>
            <a:r>
              <a:rPr lang="en-US" altLang="ko-KR" dirty="0"/>
              <a:t>-&gt; </a:t>
            </a:r>
            <a:r>
              <a:rPr lang="ko-KR" altLang="en-US" dirty="0"/>
              <a:t>데미지를 </a:t>
            </a:r>
            <a:r>
              <a:rPr lang="ko-KR" altLang="en-US" dirty="0" err="1"/>
              <a:t>넣은게</a:t>
            </a:r>
            <a:r>
              <a:rPr lang="ko-KR" altLang="en-US" dirty="0"/>
              <a:t> 체크가 되었으면 데미지를 넣은 캐릭터의 전체 </a:t>
            </a:r>
            <a:r>
              <a:rPr lang="en-US" altLang="ko-KR" dirty="0"/>
              <a:t>hp </a:t>
            </a:r>
            <a:r>
              <a:rPr lang="ko-KR" altLang="en-US" dirty="0"/>
              <a:t>기준으로 </a:t>
            </a:r>
            <a:r>
              <a:rPr lang="en-US" altLang="ko-KR" dirty="0"/>
              <a:t>3%</a:t>
            </a:r>
            <a:r>
              <a:rPr lang="ko-KR" altLang="en-US" dirty="0"/>
              <a:t>의 </a:t>
            </a:r>
            <a:r>
              <a:rPr lang="en-US" altLang="ko-KR" dirty="0"/>
              <a:t>hp </a:t>
            </a:r>
            <a:r>
              <a:rPr lang="ko-KR" altLang="en-US" dirty="0"/>
              <a:t>회복이 즉시 적용</a:t>
            </a:r>
            <a:r>
              <a:rPr lang="en-US" altLang="ko-KR" dirty="0"/>
              <a:t>. </a:t>
            </a:r>
            <a:endParaRPr lang="en-US" altLang="ko-KR" dirty="0">
              <a:sym typeface="Wingdings" panose="05000000000000000000" pitchFamily="2" charset="2"/>
            </a:endParaRPr>
          </a:p>
          <a:p>
            <a:pPr latinLnBrk="1"/>
            <a:endParaRPr lang="en-US" altLang="ko-KR" dirty="0">
              <a:sym typeface="Wingdings" panose="05000000000000000000" pitchFamily="2" charset="2"/>
            </a:endParaRPr>
          </a:p>
          <a:p>
            <a:pPr latinLnBrk="1"/>
            <a:r>
              <a:rPr lang="en-US" altLang="ko-KR" dirty="0">
                <a:sym typeface="Wingdings" panose="05000000000000000000" pitchFamily="2" charset="2"/>
              </a:rPr>
              <a:t>Ex) </a:t>
            </a:r>
            <a:r>
              <a:rPr lang="ko-KR" altLang="en-US" dirty="0">
                <a:sym typeface="Wingdings" panose="05000000000000000000" pitchFamily="2" charset="2"/>
              </a:rPr>
              <a:t>최대 </a:t>
            </a:r>
            <a:r>
              <a:rPr lang="en-US" altLang="ko-KR" dirty="0">
                <a:sym typeface="Wingdings" panose="05000000000000000000" pitchFamily="2" charset="2"/>
              </a:rPr>
              <a:t>hp</a:t>
            </a:r>
            <a:r>
              <a:rPr lang="ko-KR" altLang="en-US" dirty="0">
                <a:sym typeface="Wingdings" panose="05000000000000000000" pitchFamily="2" charset="2"/>
              </a:rPr>
              <a:t>가 </a:t>
            </a:r>
            <a:r>
              <a:rPr lang="en-US" altLang="ko-KR" dirty="0">
                <a:sym typeface="Wingdings" panose="05000000000000000000" pitchFamily="2" charset="2"/>
              </a:rPr>
              <a:t>100</a:t>
            </a:r>
            <a:r>
              <a:rPr lang="ko-KR" altLang="en-US" dirty="0">
                <a:sym typeface="Wingdings" panose="05000000000000000000" pitchFamily="2" charset="2"/>
              </a:rPr>
              <a:t>인 캐릭터가 해당 효과를 얻으면 </a:t>
            </a:r>
            <a:r>
              <a:rPr lang="en-US" altLang="ko-KR" dirty="0">
                <a:sym typeface="Wingdings" panose="05000000000000000000" pitchFamily="2" charset="2"/>
              </a:rPr>
              <a:t>3</a:t>
            </a:r>
            <a:r>
              <a:rPr lang="ko-KR" altLang="en-US" dirty="0">
                <a:sym typeface="Wingdings" panose="05000000000000000000" pitchFamily="2" charset="2"/>
              </a:rPr>
              <a:t>의 </a:t>
            </a:r>
            <a:r>
              <a:rPr lang="en-US" altLang="ko-KR" dirty="0">
                <a:sym typeface="Wingdings" panose="05000000000000000000" pitchFamily="2" charset="2"/>
              </a:rPr>
              <a:t>hp</a:t>
            </a:r>
            <a:r>
              <a:rPr lang="ko-KR" altLang="en-US" dirty="0">
                <a:sym typeface="Wingdings" panose="05000000000000000000" pitchFamily="2" charset="2"/>
              </a:rPr>
              <a:t>가 회복 됨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endParaRPr lang="en-US" altLang="ko-KR" dirty="0"/>
          </a:p>
          <a:p>
            <a:pPr latinLnBrk="1"/>
            <a:endParaRPr lang="en-US" altLang="ko-KR" dirty="0"/>
          </a:p>
          <a:p>
            <a:pPr latinLnBrk="1"/>
            <a:endParaRPr lang="en-US" altLang="ko-KR" dirty="0"/>
          </a:p>
          <a:p>
            <a:pPr latinLnBrk="1"/>
            <a:r>
              <a:rPr lang="ko-KR" altLang="en-US" dirty="0"/>
              <a:t>파티 전체 공격력의 </a:t>
            </a:r>
            <a:r>
              <a:rPr lang="en-US" altLang="ko-KR" dirty="0"/>
              <a:t>3% </a:t>
            </a:r>
            <a:r>
              <a:rPr lang="ko-KR" altLang="en-US" dirty="0"/>
              <a:t>감소</a:t>
            </a:r>
            <a:endParaRPr lang="en-US" altLang="ko-KR" dirty="0"/>
          </a:p>
          <a:p>
            <a:pPr latinLnBrk="1"/>
            <a:r>
              <a:rPr lang="en-US" altLang="ko-KR" dirty="0"/>
              <a:t>-&gt; </a:t>
            </a:r>
            <a:r>
              <a:rPr lang="ko-KR" altLang="en-US" dirty="0"/>
              <a:t>아군팀에 소속된 캐릭터들의 최대 공격력 기준 </a:t>
            </a:r>
            <a:r>
              <a:rPr lang="en-US" altLang="ko-KR" dirty="0"/>
              <a:t>3% </a:t>
            </a:r>
            <a:r>
              <a:rPr lang="ko-KR" altLang="en-US" dirty="0"/>
              <a:t>만큼 공격력 수치</a:t>
            </a:r>
            <a:r>
              <a:rPr lang="en-US" altLang="ko-KR" dirty="0"/>
              <a:t> </a:t>
            </a:r>
            <a:r>
              <a:rPr lang="ko-KR" altLang="en-US" dirty="0"/>
              <a:t>감소</a:t>
            </a:r>
            <a:endParaRPr lang="en-US" altLang="ko-KR" dirty="0"/>
          </a:p>
          <a:p>
            <a:pPr latinLnBrk="1"/>
            <a:endParaRPr lang="en-US" altLang="ko-KR" dirty="0"/>
          </a:p>
          <a:p>
            <a:pPr latinLnBrk="1"/>
            <a:r>
              <a:rPr lang="en-US" altLang="ko-KR" dirty="0"/>
              <a:t>Ex) </a:t>
            </a:r>
            <a:r>
              <a:rPr lang="ko-KR" altLang="en-US" dirty="0"/>
              <a:t>아군 팀에 소속 되어 있는 최대 공격력이 </a:t>
            </a:r>
            <a:r>
              <a:rPr lang="en-US" altLang="ko-KR" dirty="0"/>
              <a:t>100</a:t>
            </a:r>
            <a:r>
              <a:rPr lang="ko-KR" altLang="en-US" dirty="0"/>
              <a:t>인 캐릭터</a:t>
            </a:r>
            <a:r>
              <a:rPr lang="en-US" altLang="ko-KR" dirty="0"/>
              <a:t>, </a:t>
            </a:r>
            <a:r>
              <a:rPr lang="ko-KR" altLang="en-US" dirty="0"/>
              <a:t>최대 공격력이 </a:t>
            </a:r>
            <a:r>
              <a:rPr lang="en-US" altLang="ko-KR" dirty="0"/>
              <a:t>600</a:t>
            </a:r>
            <a:r>
              <a:rPr lang="ko-KR" altLang="en-US" dirty="0"/>
              <a:t>인 캐릭터</a:t>
            </a:r>
            <a:r>
              <a:rPr lang="en-US" altLang="ko-KR" dirty="0"/>
              <a:t>, </a:t>
            </a:r>
            <a:r>
              <a:rPr lang="ko-KR" altLang="en-US" dirty="0"/>
              <a:t>최대 공격력이 </a:t>
            </a:r>
            <a:r>
              <a:rPr lang="en-US" altLang="ko-KR" dirty="0"/>
              <a:t>300</a:t>
            </a:r>
            <a:r>
              <a:rPr lang="ko-KR" altLang="en-US" dirty="0"/>
              <a:t>인 캐릭터가 해당 효과를 얻으면 각각 </a:t>
            </a:r>
            <a:r>
              <a:rPr lang="en-US" altLang="ko-KR" dirty="0"/>
              <a:t>3, 18 , 9</a:t>
            </a:r>
            <a:r>
              <a:rPr lang="ko-KR" altLang="en-US" dirty="0"/>
              <a:t>의 공격력이 감소함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C066E0-69D0-44DC-8863-DF6CBD48A1A2}"/>
              </a:ext>
            </a:extLst>
          </p:cNvPr>
          <p:cNvSpPr txBox="1"/>
          <p:nvPr/>
        </p:nvSpPr>
        <p:spPr>
          <a:xfrm>
            <a:off x="7734300" y="865246"/>
            <a:ext cx="428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상세 수치 레벨링에서 조절 가능 해야함</a:t>
            </a:r>
          </a:p>
        </p:txBody>
      </p:sp>
    </p:spTree>
    <p:extLst>
      <p:ext uri="{BB962C8B-B14F-4D97-AF65-F5344CB8AC3E}">
        <p14:creationId xmlns:p14="http://schemas.microsoft.com/office/powerpoint/2010/main" val="1813140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419</Words>
  <Application>Microsoft Office PowerPoint</Application>
  <PresentationFormat>와이드스크린</PresentationFormat>
  <Paragraphs>68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천칭 시스템 기획서</vt:lpstr>
      <vt:lpstr>천칭 시스템 정의 </vt:lpstr>
      <vt:lpstr>천칭 시스템 처리</vt:lpstr>
      <vt:lpstr>스킬 카드 증감치</vt:lpstr>
      <vt:lpstr>기울기 표시</vt:lpstr>
      <vt:lpstr>효과 </vt:lpstr>
      <vt:lpstr>효과 계산식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천칭 시스템 기획서</dc:title>
  <dc:creator>ki</dc:creator>
  <cp:lastModifiedBy>ki</cp:lastModifiedBy>
  <cp:revision>25</cp:revision>
  <dcterms:created xsi:type="dcterms:W3CDTF">2026-03-26T15:05:43Z</dcterms:created>
  <dcterms:modified xsi:type="dcterms:W3CDTF">2026-03-26T16:33:42Z</dcterms:modified>
</cp:coreProperties>
</file>