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Yxw1/I1BE0FVyVa2WumsMjXwy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Relationship Id="rId4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6.jpg"/><Relationship Id="rId5" Type="http://schemas.openxmlformats.org/officeDocument/2006/relationships/image" Target="../media/image1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5.jpg"/><Relationship Id="rId5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5.jpg"/><Relationship Id="rId5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4.jpg"/><Relationship Id="rId5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7.jpg"/><Relationship Id="rId5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1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</a:pPr>
            <a:r>
              <a:rPr lang="ko-KR"/>
              <a:t>아트 컨셉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이 문서를 읽을 때..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/>
              <a:t>모든 것은 수정될 수 있습니다.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/>
              <a:t>궁금한 점이 있으면 언제든 담당자 이채연에게 연락 부탁드립니다. (새벽에도  OK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/>
              <a:t>이채연 010 2988 7090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1-1. 배경(초반) </a:t>
            </a:r>
            <a:endParaRPr/>
          </a:p>
        </p:txBody>
      </p:sp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700" y="2253124"/>
            <a:ext cx="5886058" cy="3318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242" y="1690688"/>
            <a:ext cx="4397742" cy="439774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5826211" y="962805"/>
            <a:ext cx="526137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초반부에는 종교적 색체가 간접적으로만 드러남.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좀 더 모험, 자연스러운 느낌 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7772400" y="5666343"/>
            <a:ext cx="11897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필드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1-2 배경(후반) </a:t>
            </a:r>
            <a:endParaRPr/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227" y="1690688"/>
            <a:ext cx="3848100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409" y="3562775"/>
            <a:ext cx="7000875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0409" y="265797"/>
            <a:ext cx="5684711" cy="31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/>
        </p:nvSpPr>
        <p:spPr>
          <a:xfrm>
            <a:off x="150175" y="5538788"/>
            <a:ext cx="44278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교단 건물(과할 정도로 종교적 색체 강함)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10574451" y="1607571"/>
            <a:ext cx="127150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보스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배경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6420745" y="6492875"/>
            <a:ext cx="37802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2페이즈 (시계 깨지고 별하늘 보임)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2-1 아군 캐릭터 </a:t>
            </a:r>
            <a:endParaRPr/>
          </a:p>
        </p:txBody>
      </p:sp>
      <p:pic>
        <p:nvPicPr>
          <p:cNvPr descr="스토리 핀 이미지"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641" y="1614395"/>
            <a:ext cx="3178175" cy="45553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"/>
          <p:cNvSpPr txBox="1"/>
          <p:nvPr/>
        </p:nvSpPr>
        <p:spPr>
          <a:xfrm>
            <a:off x="417069" y="6169707"/>
            <a:ext cx="41889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서사, 특징이 잘 나타나는 아이템들.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적대적 캐릭터보다 자유로운 색 구성. 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4834066" y="6169707"/>
            <a:ext cx="51716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형태에서는 배경 간략화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명확히 나뉜 경계, 간결한 채색과 상징색(포인트)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스토리 핀 이미지" id="120" name="Google Shape;12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76572" y="1452218"/>
            <a:ext cx="2653589" cy="471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1010" y="1223317"/>
            <a:ext cx="3010691" cy="4996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2-2. 아군 캐릭터</a:t>
            </a:r>
            <a:endParaRPr/>
          </a:p>
        </p:txBody>
      </p:sp>
      <p:pic>
        <p:nvPicPr>
          <p:cNvPr descr="모바일 게임 분석/리뷰] 스도리카(Sdorica) : 선셋(Sunset) : 네이버 블로그" id="127" name="Google Shape;127;p6"/>
          <p:cNvPicPr preferRelativeResize="0"/>
          <p:nvPr/>
        </p:nvPicPr>
        <p:blipFill rotWithShape="1">
          <a:blip r:embed="rId3">
            <a:alphaModFix/>
          </a:blip>
          <a:srcRect b="35729" l="7568" r="51973" t="13352"/>
          <a:stretch/>
        </p:blipFill>
        <p:spPr>
          <a:xfrm>
            <a:off x="525161" y="2133579"/>
            <a:ext cx="3642665" cy="229217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 txBox="1"/>
          <p:nvPr/>
        </p:nvSpPr>
        <p:spPr>
          <a:xfrm>
            <a:off x="697995" y="4702042"/>
            <a:ext cx="506100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시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4.5~5등신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머리, 머리카락, 팔, 다리, 손목으로 파츠 분리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파츠는 캐릭터 별로 추가되거나 삭제될 수 있음</a:t>
            </a:r>
            <a:endParaRPr/>
          </a:p>
        </p:txBody>
      </p:sp>
      <p:pic>
        <p:nvPicPr>
          <p:cNvPr descr="스토리 핀 이미지" id="129" name="Google Shape;12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7834" y="936475"/>
            <a:ext cx="2653588" cy="471748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 txBox="1"/>
          <p:nvPr/>
        </p:nvSpPr>
        <p:spPr>
          <a:xfrm>
            <a:off x="8118229" y="5638414"/>
            <a:ext cx="37497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형태에서는 LD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라이브 2D 희망 (눈 깜빡이기 등..)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리버스: 1999-스킬 가이드 | BlueStacks" id="131" name="Google Shape;131;p6"/>
          <p:cNvPicPr preferRelativeResize="0"/>
          <p:nvPr/>
        </p:nvPicPr>
        <p:blipFill rotWithShape="1">
          <a:blip r:embed="rId5">
            <a:alphaModFix/>
          </a:blip>
          <a:srcRect b="27597" l="60163" r="15383" t="34479"/>
          <a:stretch/>
        </p:blipFill>
        <p:spPr>
          <a:xfrm>
            <a:off x="4357212" y="2082607"/>
            <a:ext cx="3345450" cy="2394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3-1 적군 캐릭터(보스)</a:t>
            </a:r>
            <a:endParaRPr/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9755" y="1223320"/>
            <a:ext cx="2870243" cy="4624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259" y="1645109"/>
            <a:ext cx="4293471" cy="443939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/>
          <p:nvPr/>
        </p:nvSpPr>
        <p:spPr>
          <a:xfrm>
            <a:off x="101971" y="6169709"/>
            <a:ext cx="54248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종교적 포인트가 강렬한 디자인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집단이라는 것이 나타나는 요소가 있으면 됨.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6576369" y="6173401"/>
            <a:ext cx="51716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형태에서는 배경 간략화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명확히 나뉜 경계, 간결한 채색과 상징색(포인트)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1" name="Google Shape;14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47204" y="1223320"/>
            <a:ext cx="2849055" cy="4578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3-2. 적군 캐릭터</a:t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6925800" y="5085102"/>
            <a:ext cx="506100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시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4.5~5등신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머리, 머리카락, 팔, 다리, 손목으로 파츠 분리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파츠는 캐릭터 별로 추가되거나 삭제될 수 있음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리버스1999 쿠폰 및 티어표 추천 캐릭터 정보 RPG 모바일 게임 공략 : 네이버 블로그" id="148" name="Google Shape;148;p8"/>
          <p:cNvPicPr preferRelativeResize="0"/>
          <p:nvPr/>
        </p:nvPicPr>
        <p:blipFill rotWithShape="1">
          <a:blip r:embed="rId3">
            <a:alphaModFix/>
          </a:blip>
          <a:srcRect b="29820" l="2108" r="60676" t="30252"/>
          <a:stretch/>
        </p:blipFill>
        <p:spPr>
          <a:xfrm>
            <a:off x="7139920" y="2159025"/>
            <a:ext cx="4560706" cy="275232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 txBox="1"/>
          <p:nvPr/>
        </p:nvSpPr>
        <p:spPr>
          <a:xfrm>
            <a:off x="317592" y="5956279"/>
            <a:ext cx="333296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마이너 아르카나 컨셉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잡 몬스터는 디자인 간결하게.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사물 기반 크리쳐 추천!</a:t>
            </a:r>
            <a:endParaRPr/>
          </a:p>
        </p:txBody>
      </p:sp>
      <p:pic>
        <p:nvPicPr>
          <p:cNvPr id="150" name="Google Shape;15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199" y="1489785"/>
            <a:ext cx="2638540" cy="4466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타로 카드 데크 세트. 마이너 아르카나, 완드 팩 세트. 타로 에이스, 왕, 여왕, 운세를 위한 페이지 기호가 있는 오컬트 난해한 마법  배턴 디자인. 격리 된 컬러 평면 벡터 일러스트 로열티 무료 사진," id="151" name="Google Shape;151;p8"/>
          <p:cNvPicPr preferRelativeResize="0"/>
          <p:nvPr/>
        </p:nvPicPr>
        <p:blipFill rotWithShape="1">
          <a:blip r:embed="rId5">
            <a:alphaModFix/>
          </a:blip>
          <a:srcRect b="51456" l="4031" r="43612" t="5378"/>
          <a:stretch/>
        </p:blipFill>
        <p:spPr>
          <a:xfrm>
            <a:off x="2680594" y="2815348"/>
            <a:ext cx="4245206" cy="1793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4. UI</a:t>
            </a:r>
            <a:endParaRPr/>
          </a:p>
        </p:txBody>
      </p:sp>
      <p:pic>
        <p:nvPicPr>
          <p:cNvPr descr="스토리 핀 이미지"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744" y="1542733"/>
            <a:ext cx="2458253" cy="436842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"/>
          <p:cNvSpPr txBox="1"/>
          <p:nvPr/>
        </p:nvSpPr>
        <p:spPr>
          <a:xfrm>
            <a:off x="299949" y="5962682"/>
            <a:ext cx="575029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각종 아이콘은 최대한 간결하고 명확하게.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검정 배경 + 금색 추천, 색을 많이 쓰지 않는 방향으로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종이 질감 살려서 타로 책, 카드 느낌 살리기</a:t>
            </a:r>
            <a:endParaRPr/>
          </a:p>
        </p:txBody>
      </p:sp>
      <p:pic>
        <p:nvPicPr>
          <p:cNvPr id="159" name="Google Shape;15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0017" y="971376"/>
            <a:ext cx="3949472" cy="491524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 txBox="1"/>
          <p:nvPr/>
        </p:nvSpPr>
        <p:spPr>
          <a:xfrm>
            <a:off x="7231990" y="5962682"/>
            <a:ext cx="428675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과하지 않은 아르누보풍 곡선 적극 활용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모서리 강조</a:t>
            </a:r>
            <a:endParaRPr/>
          </a:p>
        </p:txBody>
      </p:sp>
      <p:pic>
        <p:nvPicPr>
          <p:cNvPr id="161" name="Google Shape;16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5059" y="828058"/>
            <a:ext cx="1533696" cy="2300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20579" y="3154362"/>
            <a:ext cx="3322809" cy="2658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2026-02-02T05:43:02Z</dcterms:created>
  <dc:creator>ki</dc:creator>
</cp:coreProperties>
</file>