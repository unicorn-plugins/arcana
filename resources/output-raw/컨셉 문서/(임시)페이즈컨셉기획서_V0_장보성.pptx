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70" r:id="rId3"/>
    <p:sldId id="351" r:id="rId4"/>
    <p:sldId id="35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56" y="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1F1F6-5EE6-1C6E-7714-5327D13C5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A339C1-FE8D-509F-FA4C-1A26082FE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4C8C3-EED0-CE06-75A1-D425FA3A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9C36D-9E26-F1BD-3A69-C9FC3F59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47CCBF-4A8D-07A6-AB4D-1F89CB18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6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FE53C-7078-ED07-78A2-B8C24329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72" y="235260"/>
            <a:ext cx="10515600" cy="84054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5CCE9-B261-CE34-1CEB-8EE38D9CD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144000" bIns="14400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3E432E-0DC7-FDCE-930B-0D8AAB6E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A82CB-31C1-C017-4F8E-2E6CE8A3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DB0DE-CEDE-36FC-C2B5-8DD2EA5B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AE242F3-2079-B370-C27D-81B0322AC47A}"/>
              </a:ext>
            </a:extLst>
          </p:cNvPr>
          <p:cNvCxnSpPr>
            <a:cxnSpLocks/>
          </p:cNvCxnSpPr>
          <p:nvPr userDrawn="1"/>
        </p:nvCxnSpPr>
        <p:spPr>
          <a:xfrm>
            <a:off x="727164" y="1075804"/>
            <a:ext cx="1057701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32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46739-BE39-719D-6D39-02A1A271B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353304-B906-B619-FC23-030EBCCC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0E5C4-F154-1B8C-40FC-1D5B4DA5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0434FD-429F-55CB-E156-B9F1C6E7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60E16-E906-70C4-1BD1-5FE217D5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21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3EFB64-B1A1-85D5-13F7-6210D221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8E25C7-B0D6-E885-65F6-8697A3E5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CD0381-5F64-F7BC-5CCC-6634BC14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7AEF8EA-0D8E-09DF-1C62-CD9A60411A6E}"/>
              </a:ext>
            </a:extLst>
          </p:cNvPr>
          <p:cNvCxnSpPr>
            <a:cxnSpLocks/>
          </p:cNvCxnSpPr>
          <p:nvPr userDrawn="1"/>
        </p:nvCxnSpPr>
        <p:spPr>
          <a:xfrm>
            <a:off x="727164" y="1094874"/>
            <a:ext cx="1057701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제목 1">
            <a:extLst>
              <a:ext uri="{FF2B5EF4-FFF2-40B4-BE49-F238E27FC236}">
                <a16:creationId xmlns:a16="http://schemas.microsoft.com/office/drawing/2014/main" id="{19210A3D-9D3C-0DA8-F453-4DDEBF44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72" y="235260"/>
            <a:ext cx="10515600" cy="84054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5488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A7B065-2B98-DAF1-A5A7-C94D7E235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E72E9E-92B6-755B-E6B2-87B41478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AD85E-7A7A-EC91-7C52-31906031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96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EA9EB7-77DE-FCB4-C561-75CF0171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78C70B-338E-1694-1431-542726D38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</p:spPr>
        <p:txBody>
          <a:bodyPr vert="horz" lIns="91440" tIns="144000" rIns="91440" bIns="14400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178E1-0596-DAE4-4D99-8D8AEDF8B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7183-6B43-420F-96FE-DC8BB0072F7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C3040-06D5-CE07-1C87-91C462ADB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A62CAE-A52F-6B31-A596-65C5E3107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25D56-D8C3-4C20-8251-34B52EC1B9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8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07EDD-AA40-75ED-70D1-6550537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trike="sngStrike" dirty="0"/>
              <a:t>임시 </a:t>
            </a:r>
            <a:r>
              <a:rPr lang="ko-KR" altLang="en-US" strike="sngStrike" dirty="0" err="1"/>
              <a:t>페이즈</a:t>
            </a:r>
            <a:r>
              <a:rPr lang="ko-KR" altLang="en-US" strike="sngStrike" dirty="0"/>
              <a:t> 컨셉 기획서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2728E-C08C-7DC1-53F9-26EF36A01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Light</a:t>
            </a:r>
            <a:r>
              <a:rPr lang="ko-KR" altLang="en-US" dirty="0"/>
              <a:t> </a:t>
            </a:r>
            <a:r>
              <a:rPr lang="en-US" altLang="ko-KR" dirty="0"/>
              <a:t>life</a:t>
            </a:r>
            <a:r>
              <a:rPr lang="ko-KR" altLang="en-US" dirty="0"/>
              <a:t> </a:t>
            </a:r>
            <a:r>
              <a:rPr lang="en-US" altLang="ko-KR" dirty="0"/>
              <a:t>202313190</a:t>
            </a:r>
            <a:r>
              <a:rPr lang="ko-KR" altLang="en-US" dirty="0"/>
              <a:t> </a:t>
            </a:r>
            <a:r>
              <a:rPr lang="ko-KR" altLang="en-US" dirty="0" err="1"/>
              <a:t>장보성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102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8BA4-7539-A503-3BB4-6F6AB8FC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3F36F-AE43-B869-4C93-BDD0857C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변경사항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8DE3DFC-B742-118E-39CB-D62451117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872" y="1075804"/>
            <a:ext cx="10515600" cy="435133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변경된 내용 정리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D20363-1ABE-C135-6B58-EDC80186C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811438"/>
              </p:ext>
            </p:extLst>
          </p:nvPr>
        </p:nvGraphicFramePr>
        <p:xfrm>
          <a:off x="1280636" y="1502100"/>
          <a:ext cx="963072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86">
                  <a:extLst>
                    <a:ext uri="{9D8B030D-6E8A-4147-A177-3AD203B41FA5}">
                      <a16:colId xmlns:a16="http://schemas.microsoft.com/office/drawing/2014/main" val="239543941"/>
                    </a:ext>
                  </a:extLst>
                </a:gridCol>
                <a:gridCol w="1071938">
                  <a:extLst>
                    <a:ext uri="{9D8B030D-6E8A-4147-A177-3AD203B41FA5}">
                      <a16:colId xmlns:a16="http://schemas.microsoft.com/office/drawing/2014/main" val="1156032830"/>
                    </a:ext>
                  </a:extLst>
                </a:gridCol>
                <a:gridCol w="7131604">
                  <a:extLst>
                    <a:ext uri="{9D8B030D-6E8A-4147-A177-3AD203B41FA5}">
                      <a16:colId xmlns:a16="http://schemas.microsoft.com/office/drawing/2014/main" val="39204617"/>
                    </a:ext>
                  </a:extLst>
                </a:gridCol>
              </a:tblGrid>
              <a:tr h="3583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변경 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83389"/>
                  </a:ext>
                </a:extLst>
              </a:tr>
              <a:tr h="236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2026.03.16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장보성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페이즈</a:t>
                      </a:r>
                      <a:r>
                        <a:rPr lang="ko-KR" altLang="en-US" dirty="0"/>
                        <a:t> 기획 방향성 작성 </a:t>
                      </a:r>
                      <a:r>
                        <a:rPr lang="ko-KR" altLang="en-US" dirty="0" err="1"/>
                        <a:t>진핸중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737351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467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73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8654-8BC8-6695-470B-5C529332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BF32B-EA5C-517C-7A3B-21FEB95D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페이즈</a:t>
            </a:r>
            <a:r>
              <a:rPr lang="ko-KR" altLang="en-US" b="1" dirty="0"/>
              <a:t> 컨셉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D8029-127B-CAC5-8932-69606997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전투 중 일정 조건에 맞춰 보스의 패턴이 변화하는 컨텐츠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전략이 바뀌어 플레이어가 상황에 대해 플레이어가 다른 방식으로 대처 하게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기획의도</a:t>
            </a:r>
            <a:endParaRPr lang="en-US" altLang="ko-KR" dirty="0"/>
          </a:p>
          <a:p>
            <a:pPr lvl="1"/>
            <a:r>
              <a:rPr lang="ko-KR" altLang="en-US" dirty="0"/>
              <a:t>플레이어는</a:t>
            </a:r>
            <a:r>
              <a:rPr lang="en-US" altLang="ko-KR" dirty="0"/>
              <a:t> </a:t>
            </a:r>
            <a:r>
              <a:rPr lang="ko-KR" altLang="en-US" b="1" dirty="0"/>
              <a:t>보스전</a:t>
            </a:r>
            <a:r>
              <a:rPr lang="ko-KR" altLang="en-US" dirty="0"/>
              <a:t>에서 </a:t>
            </a:r>
            <a:r>
              <a:rPr lang="ko-KR" altLang="en-US" b="1" dirty="0"/>
              <a:t>전투에서의 단순화</a:t>
            </a:r>
            <a:r>
              <a:rPr lang="ko-KR" altLang="en-US" dirty="0"/>
              <a:t>로 플레이어가 지루해 하지 않도록 함이 목적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b="1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142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08BB-61FB-4F7D-F92C-078201D5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C7E69-D1A4-F263-B5E4-183CB3CC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페이즈</a:t>
            </a:r>
            <a:r>
              <a:rPr lang="ko-KR" altLang="en-US" b="1" dirty="0"/>
              <a:t> 경험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DCB73-4DD6-F4C2-3C9A-13C6A9D99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예상과 결과를 하게 만드는 컨텐츠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플레이어가 </a:t>
            </a:r>
            <a:r>
              <a:rPr lang="ko-KR" altLang="en-US" dirty="0" err="1"/>
              <a:t>페이즈가</a:t>
            </a:r>
            <a:r>
              <a:rPr lang="ko-KR" altLang="en-US" dirty="0"/>
              <a:t> 바뀐 걸 인식이 쉬워야 함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매우 단순한 스킬로 즉각적으로 패턴을 학습해야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수동적으로 대처하기 때문에 전략을 짜는 과정에서의 피로도가 쌓이기 보스에서의 </a:t>
            </a:r>
            <a:r>
              <a:rPr lang="ko-KR" altLang="en-US" dirty="0" err="1"/>
              <a:t>페이즈의</a:t>
            </a:r>
            <a:r>
              <a:rPr lang="ko-KR" altLang="en-US" dirty="0"/>
              <a:t> 양을 조절한다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즉 </a:t>
            </a:r>
            <a:r>
              <a:rPr lang="ko-KR" altLang="en-US" dirty="0" err="1"/>
              <a:t>페이즈의</a:t>
            </a:r>
            <a:r>
              <a:rPr lang="ko-KR" altLang="en-US" dirty="0"/>
              <a:t> 수보다 </a:t>
            </a:r>
            <a:r>
              <a:rPr lang="ko-KR" altLang="en-US" dirty="0" err="1"/>
              <a:t>페이즈의</a:t>
            </a:r>
            <a:r>
              <a:rPr lang="ko-KR" altLang="en-US" dirty="0"/>
              <a:t> 대처에 집중하여 플레이어가 </a:t>
            </a:r>
            <a:r>
              <a:rPr lang="ko-KR" altLang="en-US" b="1" dirty="0"/>
              <a:t>성공적으로 대처 할 경우 </a:t>
            </a:r>
            <a:endParaRPr lang="en-US" altLang="ko-KR" b="1" dirty="0"/>
          </a:p>
          <a:p>
            <a:pPr lvl="1"/>
            <a:r>
              <a:rPr lang="ko-KR" altLang="en-US" dirty="0"/>
              <a:t>보상을 크게 주는 방식의 </a:t>
            </a:r>
            <a:r>
              <a:rPr lang="ko-KR" altLang="en-US" dirty="0" err="1"/>
              <a:t>페이즈에</a:t>
            </a:r>
            <a:r>
              <a:rPr lang="ko-KR" altLang="en-US" dirty="0"/>
              <a:t> 대한 재미요소</a:t>
            </a:r>
            <a:r>
              <a:rPr lang="en-US" altLang="ko-KR" dirty="0"/>
              <a:t>!!!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52280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108</Words>
  <Application>Microsoft Office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1_Office 테마</vt:lpstr>
      <vt:lpstr>임시 페이즈 컨셉 기획서</vt:lpstr>
      <vt:lpstr>변경사항</vt:lpstr>
      <vt:lpstr>페이즈 컨셉</vt:lpstr>
      <vt:lpstr>페이즈 경험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장보성</dc:creator>
  <cp:lastModifiedBy>장보성</cp:lastModifiedBy>
  <cp:revision>10</cp:revision>
  <dcterms:created xsi:type="dcterms:W3CDTF">2026-03-16T03:02:02Z</dcterms:created>
  <dcterms:modified xsi:type="dcterms:W3CDTF">2026-03-16T05:06:12Z</dcterms:modified>
</cp:coreProperties>
</file>