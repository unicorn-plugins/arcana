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YXxcm0ci1hloa2CiUI29aiJEp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몬스터 컨셉 기획서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이채연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이 문서를 읽을 때..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모든 것은 수정 될 수 있습니다.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궁금한 점이 있으면 언제든 담당자 이채연에게 연락 부탁드립니다. (새벽에도 OK)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이채연 010 2988 7090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잡 몬스터의 정의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988541" y="1902941"/>
            <a:ext cx="634821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노드에서 등장하는 적군을 의미한다.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노드에서 보스와 함께 등장하는 경우도 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궁극기를 가지고 있지 않고 인간이 아닌 모습으로 통일한다.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잡 몬스터 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903573" y="1804086"/>
            <a:ext cx="990600" cy="1624914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6570" y="3506231"/>
            <a:ext cx="1495167" cy="188440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3850155" y="3568013"/>
            <a:ext cx="110799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619235" y="3506231"/>
            <a:ext cx="1495167" cy="188440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5673359" y="3568013"/>
            <a:ext cx="13869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마이너 2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1501346" y="5467865"/>
            <a:ext cx="86036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마이너 스킬 2개를 가지고 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불능 상태가 되면 보유하고 있는 마이너 카드 중 하나를 랜덤으로 드랍한다.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중간 보스 몬스터의 정의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988541" y="1902941"/>
            <a:ext cx="488146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노드에서 등장하는 적군을 의미한다.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궁극기를 가지고 있고 인간 형태로 통일한다.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중간 보스 몬스터 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903573" y="1804086"/>
            <a:ext cx="990600" cy="1624914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656570" y="3506231"/>
            <a:ext cx="1495167" cy="188440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3850155" y="3568013"/>
            <a:ext cx="110799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619235" y="3506231"/>
            <a:ext cx="1495167" cy="188440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5673359" y="3568013"/>
            <a:ext cx="13869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마이너 3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1501346" y="5467865"/>
            <a:ext cx="58400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마이너 스킬 3개, 고유 1개, 궁극기 1개를 가지고 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불능 상태가 되면 전투가 종료된다.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5673359" y="4057480"/>
            <a:ext cx="10791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고유 1</a:t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5673359" y="4519145"/>
            <a:ext cx="13869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 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잡몬스터 비주얼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1404247" y="5669469"/>
            <a:ext cx="1048235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잡 몬스터는 해당 물체로 죽은 사람의 원령이 붙어 움직이는 것처럼 안 징그럽게 디자인.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물건마다 인간의 그림자 형체(눈, 손)를 넣어 디자인.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(죽을 때 당시처럼 디자인되면 베스트 -&gt; ex. 잔 안에 익사한 사람이 컵 주변을 잡고 있는 손 그림자)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컵, 검, 지팡이, 오망성 4 종류의 잡 몬스터가 있다. </a:t>
            </a:r>
            <a:endParaRPr/>
          </a:p>
        </p:txBody>
      </p:sp>
      <p:pic>
        <p:nvPicPr>
          <p:cNvPr descr="스케치, 그림, 일러스트레이션, 라인 아트이(가) 표시된 사진&#10;&#10;자동 생성된 설명"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158" y="1751951"/>
            <a:ext cx="3594399" cy="3856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 txBox="1"/>
          <p:nvPr/>
        </p:nvSpPr>
        <p:spPr>
          <a:xfrm>
            <a:off x="2735357" y="1474952"/>
            <a:ext cx="22461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 시안 예시(컵 디자인 참고)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2386" y="1220770"/>
            <a:ext cx="4241165" cy="427777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 txBox="1"/>
          <p:nvPr/>
        </p:nvSpPr>
        <p:spPr>
          <a:xfrm>
            <a:off x="8562968" y="911350"/>
            <a:ext cx="20249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PD 시안 예시(디자인 참고)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잡 몬스터 스킬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418323" y="1691561"/>
            <a:ext cx="11572399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몬스터는 각기 다른 마이너 스킬을 지닌다. 이때, 몬스터들이 가진 마이너 스킬은 캐릭터도 사용할 수 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오망성: 버프, 회복 관련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검: 데미지, 공격력 디버프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컵: 데미지, 회복 디버프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지팡이: 데미지, 방어력 디버프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오망성 : 단일, 회복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 : 광역, 데미지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컵 : 단일, 데미지 + 방어 디버프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지팡이: 단일 공격 + 디버프 수에 따른 추가 데미지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2026-03-15T07:28:42Z</dcterms:created>
  <dc:creator>ki</dc:creator>
</cp:coreProperties>
</file>