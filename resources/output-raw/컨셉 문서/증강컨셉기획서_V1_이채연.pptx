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7b324qQEWgfsFIT7BTI0EWaaU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증강 컨셉 기획서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이채연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이 문서를 읽을 때..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i="0" lang="ko-KR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것은 수정될 수 있습니다. </a:t>
            </a:r>
            <a:endParaRPr b="0" sz="4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i="0" lang="ko-KR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궁금한 점이 있으면 언제든 담당자 이채연에게 연락 부탁드립니다. (새벽에도  OK )</a:t>
            </a:r>
            <a:endParaRPr b="0" sz="4000"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b="0" lang="ko-KR"/>
            </a:br>
            <a:r>
              <a:rPr b="0" i="0" lang="ko-KR" sz="1800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이채연 010 2988 7090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ko-KR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증강의 정의 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763555" y="6265457"/>
            <a:ext cx="10515600" cy="118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ko-KR" sz="2000"/>
              <a:t>증강이란 캐릭터 자체 스테이터스 혹은 캐릭터의 스킬 강화를 위한 보상을 의미합니다. 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5657072" y="1724526"/>
            <a:ext cx="7009623" cy="340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스킬 강화 예시 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비례 스킬 퍼센트 증가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A]의 단일 스킬의 범위 증가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B]의 공격력 비례 스킬을 방어력 비례 스킬로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78802" y="1741446"/>
            <a:ext cx="3635439" cy="2162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자체 스테이터스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HP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방어력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캐릭터 스탯 증강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5625079"/>
            <a:ext cx="10515600" cy="1735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7000"/>
              <a:t>캐릭터의 스테이터스 자체의 수치가 증감되는 증강</a:t>
            </a:r>
            <a:endParaRPr sz="7000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7000"/>
              <a:t>캐릭터의 방어력을 깎는 대신 공격력을 많이 올려주는 형식의 리스크를 포함한 증강 종류도 있다.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 sz="1800"/>
              <a:t> </a:t>
            </a:r>
            <a:endParaRPr sz="1800"/>
          </a:p>
        </p:txBody>
      </p:sp>
      <p:sp>
        <p:nvSpPr>
          <p:cNvPr id="106" name="Google Shape;106;p4"/>
          <p:cNvSpPr txBox="1"/>
          <p:nvPr/>
        </p:nvSpPr>
        <p:spPr>
          <a:xfrm>
            <a:off x="940060" y="1690688"/>
            <a:ext cx="7542854" cy="2162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스탯 증강 예시</a:t>
            </a:r>
            <a:endParaRPr b="1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A]의 HP + 100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A]의 방어력을 – 50, [캐릭터 A]의 공격력을 + 100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B]의 방어력을 – 50, [캐릭터 A]의 공격력을 + 100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캐릭터 스킬 증강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520527" y="5178702"/>
            <a:ext cx="11033041" cy="143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스킬의 적용 퍼센트와 범위가 증감되는 증강.</a:t>
            </a:r>
            <a:endParaRPr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스킬의 범위를 변경하는 증강은 단일 스킬이 범위 스킬로 변경되는 것에 한정하며 리스크를 가지고 있다.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940059" y="1690688"/>
            <a:ext cx="10304589" cy="2162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스킬 증강 예시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B]의 [스킬 1]의 적용 퍼센트를 10% 증가 시킨다. (기존 hp 30% -&gt; hp 40%)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A]의 [스킬 1]의 범위를 한 칸 늘리고 적용 퍼센트를 10% 줄인다. (2명 대상에서 3명 대상으로 변경)(기존 공격력 20% -&gt; 30%)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증강 표기 규칙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630193" y="5434432"/>
            <a:ext cx="10571206" cy="1285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줄은 ID 표시 (플레이어에겐 보이지 않거나 증강 이름으로 표시)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공간 띄우고 적용 캐릭터 이름, 적용되는 스킬, 범위 증감량, 수치, 적용량 증감량까지 표시.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표시할 필요가 없는 요소의 경우 빈 공간으로 남긴다. 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331044" y="1585438"/>
            <a:ext cx="3076832" cy="384899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929303" y="1772126"/>
            <a:ext cx="1880310" cy="60048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 ID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136631" y="2881306"/>
            <a:ext cx="1486442" cy="31500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 이름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126237" y="3390003"/>
            <a:ext cx="1486442" cy="31500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스킬명</a:t>
            </a:r>
            <a:endParaRPr b="0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126237" y="3898700"/>
            <a:ext cx="1486442" cy="31500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 증감량 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126237" y="4407398"/>
            <a:ext cx="1486442" cy="31500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수치/적용량 증감량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캐릭터 자체 스테이터스 증감량 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679620" y="4915448"/>
            <a:ext cx="10571206" cy="1700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가지고 있는 자체 스텟은 세자릿 수로 통일한다.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증강에 들어가는 증가, 감소량은 기본적으로 세자릿 수 아래로 표현하며 플레이어의 노드 진행도에 따라 같은 ID의 증강이더라도 수치 증가, 감소량이 일정 공식에 따른 배율로 증가한다. 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464276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571403" y="1893972"/>
            <a:ext cx="161454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1스테이지 진행도일 때 </a:t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5157951" y="1893972"/>
            <a:ext cx="161454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2스테이지 진행도일 때 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8744499" y="1893972"/>
            <a:ext cx="161454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3스테이지 진행도일 때 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050823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637370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1819868" y="2886501"/>
            <a:ext cx="11176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+ 100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7"/>
          <p:cNvSpPr txBox="1"/>
          <p:nvPr/>
        </p:nvSpPr>
        <p:spPr>
          <a:xfrm flipH="1">
            <a:off x="1898654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12번 증강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 flipH="1">
            <a:off x="5452134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12번 증강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 flipH="1">
            <a:off x="9038681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12번 증강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406415" y="2812162"/>
            <a:ext cx="11176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+ 200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8992963" y="2782669"/>
            <a:ext cx="11176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+ 300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캐릭터 스킬 능력, 범위의 증감량 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679619" y="4643599"/>
            <a:ext cx="10571206" cy="2116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캐릭터가 가지고 있는 스킬은 캐릭터 자체 스테이터스를 얼만큼 적용할 것인지 퍼센트로 나타낸다.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범위는 한자릿수로 표현된다. (최소 1, 최대 3) 이때 3의 수치는 전체라고 표현한다.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증강에 들어가는 증가, 감소량은 기본적으로 퍼센트 형태로 표기한다. 퍼센트인만큼 플레이어의 노드 진행도에 영향을 받지 않는다.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1464276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050823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637370" y="2156254"/>
            <a:ext cx="1828800" cy="24157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863149" y="2886501"/>
            <a:ext cx="10310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[스킬 1]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적용량 x 1.2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 flipH="1">
            <a:off x="1898654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20번 증강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 flipH="1">
            <a:off x="5452134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21번 증강</a:t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 flipH="1">
            <a:off x="9038681" y="2160937"/>
            <a:ext cx="14274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번 증강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5449697" y="2812162"/>
            <a:ext cx="103105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[스킬 2]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범위 + 1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적용량 x 0.8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8992963" y="2782669"/>
            <a:ext cx="11176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[캐릭터 A]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[스킬 1]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+ 300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2026-03-11T06:46:59Z</dcterms:created>
  <dc:creator>bella 00</dc:creator>
</cp:coreProperties>
</file>