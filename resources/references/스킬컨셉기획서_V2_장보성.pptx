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6HE56iOi3EXOW+7X/yYvu1nLW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d19242313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d192423135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1b274c63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d1b274c63c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19242313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d192423135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19242313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d192423135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c78d5ec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dc78d5ecf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23" name="Google Shape;23;p28"/>
          <p:cNvCxnSpPr/>
          <p:nvPr/>
        </p:nvCxnSpPr>
        <p:spPr>
          <a:xfrm>
            <a:off x="727164" y="1075804"/>
            <a:ext cx="1057701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>
  <p:cSld name="제목만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34" name="Google Shape;34;p30"/>
          <p:cNvCxnSpPr/>
          <p:nvPr/>
        </p:nvCxnSpPr>
        <p:spPr>
          <a:xfrm>
            <a:off x="727164" y="1094874"/>
            <a:ext cx="1057701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" name="Google Shape;35;p30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788581" y="136525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</a:pPr>
            <a:r>
              <a:rPr lang="ko-KR"/>
              <a:t>스킬 컨셉 기획서</a:t>
            </a:r>
            <a:endParaRPr/>
          </a:p>
        </p:txBody>
      </p:sp>
      <p:sp>
        <p:nvSpPr>
          <p:cNvPr id="45" name="Google Shape;45;p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</a:pPr>
            <a:r>
              <a:rPr lang="ko-KR"/>
              <a:t>Light life 202313190 장보성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스킬 기획 방향</a:t>
            </a:r>
            <a:endParaRPr/>
          </a:p>
        </p:txBody>
      </p:sp>
      <p:sp>
        <p:nvSpPr>
          <p:cNvPr id="51" name="Google Shape;51;p3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기획 중점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플레이어들이 빠른 몰입을 위한 공격적인 플레이를 유도한다.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적을 </a:t>
            </a:r>
            <a:r>
              <a:rPr b="1" lang="ko-KR"/>
              <a:t>처치하는 것</a:t>
            </a:r>
            <a:r>
              <a:rPr lang="ko-KR"/>
              <a:t>이 가장 확실한 피드백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플레이어의 </a:t>
            </a:r>
            <a:r>
              <a:rPr b="1" lang="ko-KR"/>
              <a:t>스킬</a:t>
            </a:r>
            <a:r>
              <a:rPr lang="ko-KR"/>
              <a:t>은</a:t>
            </a:r>
            <a:r>
              <a:rPr b="1" lang="ko-KR"/>
              <a:t> 공격</a:t>
            </a:r>
            <a:r>
              <a:rPr lang="ko-KR"/>
              <a:t>을 중심으로 스킬 제작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아군 캐릭터들의 역할이 구분이 되어야 함 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3789" y="2732503"/>
            <a:ext cx="1993232" cy="199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192423135_0_10"/>
          <p:cNvSpPr txBox="1"/>
          <p:nvPr>
            <p:ph type="title"/>
          </p:nvPr>
        </p:nvSpPr>
        <p:spPr>
          <a:xfrm>
            <a:off x="757872" y="235260"/>
            <a:ext cx="105156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궁극기</a:t>
            </a:r>
            <a:endParaRPr/>
          </a:p>
        </p:txBody>
      </p:sp>
      <p:sp>
        <p:nvSpPr>
          <p:cNvPr id="58" name="Google Shape;58;g3d192423135_0_10"/>
          <p:cNvSpPr txBox="1"/>
          <p:nvPr>
            <p:ph idx="1" type="body"/>
          </p:nvPr>
        </p:nvSpPr>
        <p:spPr>
          <a:xfrm>
            <a:off x="788581" y="1253331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핵심 컨셉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플레이어가 조건을 맞춰</a:t>
            </a:r>
            <a:r>
              <a:rPr lang="ko-KR"/>
              <a:t> </a:t>
            </a:r>
            <a:r>
              <a:rPr lang="ko-KR"/>
              <a:t>사용 가능한 강력한 스킬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기획의도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궁극기 준비를 위한 추가적인 전략 구상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궁극기에 따른 각 캐릭터의 개별적 전략 짤 수 있게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전략에 따른 </a:t>
            </a:r>
            <a:r>
              <a:rPr lang="ko-KR"/>
              <a:t>(비주얼, 궁극기 효과)</a:t>
            </a:r>
            <a:r>
              <a:rPr lang="ko-KR"/>
              <a:t>피드백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아군 스킬 컨셉</a:t>
            </a:r>
            <a:endParaRPr/>
          </a:p>
        </p:txBody>
      </p:sp>
      <p:sp>
        <p:nvSpPr>
          <p:cNvPr id="64" name="Google Shape;64;p5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캐릭터들이 보유한 고유 운명과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스킬 1 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정방향 운명을 가진 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스킬 2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역방향 운명을 가진 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궁극기 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캐릭터의 행동(엔트로피)에 따라 생기는 운명의 변수를 이용한 역방향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일반 적군 스킬 컨셉</a:t>
            </a:r>
            <a:endParaRPr/>
          </a:p>
        </p:txBody>
      </p:sp>
      <p:sp>
        <p:nvSpPr>
          <p:cNvPr id="70" name="Google Shape;70;p6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매우 단순한 스킬로 플레이어가 패턴을 학습하기 쉬워야함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캐릭터들이 보유한 고유 운명과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예시 스킬 구성 (공격, 공격)(공격,버프)(공격,힐)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스킬 1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단순 행동 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스킬 2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단순 행동 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보스 스킬 컨셉</a:t>
            </a:r>
            <a:endParaRPr/>
          </a:p>
        </p:txBody>
      </p:sp>
      <p:sp>
        <p:nvSpPr>
          <p:cNvPr id="76" name="Google Shape;76;p7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정방향 스킬을 다루는 적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페이즈가 존재하며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스킬 1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단순 행동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스킬 2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단순 행동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스킬 3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단순 행동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궁극기 1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정방향의 운명의 힘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스킬 구성 </a:t>
            </a:r>
            <a:endParaRPr/>
          </a:p>
        </p:txBody>
      </p: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아군 캐릭터 스킬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스킬 1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스킬 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궁극기 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일반 몬스터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스킬 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스킬 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중간 보스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스킬 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스킬 1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스킬 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궁극기 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최종 보스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스킬 2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스킬 2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궁극기 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1b274c63c_0_1"/>
          <p:cNvSpPr txBox="1"/>
          <p:nvPr>
            <p:ph type="title"/>
          </p:nvPr>
        </p:nvSpPr>
        <p:spPr>
          <a:xfrm>
            <a:off x="757872" y="235260"/>
            <a:ext cx="105156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스킬 </a:t>
            </a:r>
            <a:r>
              <a:rPr b="1" lang="ko-KR"/>
              <a:t>종류</a:t>
            </a:r>
            <a:r>
              <a:rPr b="1" lang="ko-KR"/>
              <a:t> </a:t>
            </a:r>
            <a:endParaRPr/>
          </a:p>
        </p:txBody>
      </p:sp>
      <p:sp>
        <p:nvSpPr>
          <p:cNvPr id="88" name="Google Shape;88;g3d1b274c63c_0_1"/>
          <p:cNvSpPr txBox="1"/>
          <p:nvPr>
            <p:ph idx="1" type="body"/>
          </p:nvPr>
        </p:nvSpPr>
        <p:spPr>
          <a:xfrm>
            <a:off x="788581" y="1253331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공격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데미지를 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방어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방어력을 증가 시키는 스킬</a:t>
            </a:r>
            <a:endParaRPr/>
          </a:p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버프(디버프)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캐릭터에 효과를 부여하는 스킬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힐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HP 회복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특수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소환등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</a:pPr>
            <a:r>
              <a:rPr lang="ko-KR"/>
              <a:t>아군 캐릭터</a:t>
            </a:r>
            <a:endParaRPr/>
          </a:p>
        </p:txBody>
      </p: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포춘 스킬 </a:t>
            </a:r>
            <a:endParaRPr/>
          </a:p>
        </p:txBody>
      </p:sp>
      <p:sp>
        <p:nvSpPr>
          <p:cNvPr id="100" name="Google Shape;100;p10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디버프 해제, 스킬 제거 및 힐 사용 아군 지원 캐릭터</a:t>
            </a:r>
            <a:endParaRPr b="1"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정방향 스킬 </a:t>
            </a:r>
            <a:r>
              <a:rPr b="1" lang="ko-KR"/>
              <a:t>– 운명</a:t>
            </a:r>
            <a:r>
              <a:rPr b="1" lang="ko-KR"/>
              <a:t>을</a:t>
            </a:r>
            <a:r>
              <a:rPr b="1" lang="ko-KR"/>
              <a:t> 지우</a:t>
            </a:r>
            <a:r>
              <a:rPr b="1" lang="ko-KR"/>
              <a:t>고</a:t>
            </a:r>
            <a:endParaRPr b="1"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단일, 디버프, </a:t>
            </a:r>
            <a:r>
              <a:rPr lang="ko-KR"/>
              <a:t>단일 공격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적 스킬 1개 제거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(높은 코스트)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역방향 스킬</a:t>
            </a:r>
            <a:r>
              <a:rPr b="1" lang="ko-KR"/>
              <a:t> – 운명</a:t>
            </a:r>
            <a:r>
              <a:rPr b="1" lang="ko-KR"/>
              <a:t>을</a:t>
            </a:r>
            <a:r>
              <a:rPr b="1" lang="ko-KR"/>
              <a:t> </a:t>
            </a:r>
            <a:r>
              <a:rPr b="1" lang="ko-KR"/>
              <a:t>되돌리며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아군 </a:t>
            </a:r>
            <a:r>
              <a:rPr lang="ko-KR"/>
              <a:t>단일</a:t>
            </a:r>
            <a:r>
              <a:rPr lang="ko-KR"/>
              <a:t> </a:t>
            </a:r>
            <a:r>
              <a:rPr b="1" lang="ko-KR"/>
              <a:t>디버프 해제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아군 단일</a:t>
            </a:r>
            <a:r>
              <a:rPr lang="ko-KR"/>
              <a:t> 회복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(중간 코스트)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궁극기</a:t>
            </a:r>
            <a:r>
              <a:rPr b="1" lang="ko-KR"/>
              <a:t> 스킬 – 새 운명을 만든다</a:t>
            </a:r>
            <a:endParaRPr b="1"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아군 전체 </a:t>
            </a:r>
            <a:r>
              <a:rPr b="1" lang="ko-KR"/>
              <a:t>디버프 해제</a:t>
            </a:r>
            <a:endParaRPr b="1"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아군 전체 </a:t>
            </a:r>
            <a:r>
              <a:rPr b="1" lang="ko-KR"/>
              <a:t>궁극기 게이지 </a:t>
            </a:r>
            <a:r>
              <a:rPr lang="ko-KR"/>
              <a:t>일정 수치 부여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아군 전체 회복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저스티스 스킬 </a:t>
            </a:r>
            <a:endParaRPr/>
          </a:p>
        </p:txBody>
      </p:sp>
      <p:sp>
        <p:nvSpPr>
          <p:cNvPr id="106" name="Google Shape;106;p11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방어형으로 생존성 증가, 불리할 수 록 강해지는 후반 캐릭터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정방향 스킬 – 죄를 세긴다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광역</a:t>
            </a:r>
            <a:r>
              <a:rPr lang="ko-KR"/>
              <a:t> </a:t>
            </a:r>
            <a:r>
              <a:rPr lang="ko-KR"/>
              <a:t>공격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광역</a:t>
            </a:r>
            <a:r>
              <a:rPr lang="ko-KR"/>
              <a:t> 방어력 디버프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역방향 스킬</a:t>
            </a:r>
            <a:r>
              <a:rPr b="1" lang="ko-KR"/>
              <a:t> </a:t>
            </a:r>
            <a:r>
              <a:rPr b="1" lang="ko-KR"/>
              <a:t>– </a:t>
            </a:r>
            <a:r>
              <a:rPr b="1" lang="ko-KR"/>
              <a:t>건드리지</a:t>
            </a:r>
            <a:r>
              <a:rPr b="1" lang="ko-KR"/>
              <a:t> 마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단일 수비 </a:t>
            </a:r>
            <a:r>
              <a:rPr b="1" lang="ko-KR"/>
              <a:t>지정한 아군</a:t>
            </a:r>
            <a:r>
              <a:rPr lang="ko-KR"/>
              <a:t>에 </a:t>
            </a:r>
            <a:r>
              <a:rPr b="1" lang="ko-KR"/>
              <a:t>일정 턴</a:t>
            </a:r>
            <a:r>
              <a:rPr lang="ko-KR"/>
              <a:t> 동안 보호막 생성 (방어력 증강)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지정한 아군</a:t>
            </a:r>
            <a:r>
              <a:rPr lang="ko-KR"/>
              <a:t>을 </a:t>
            </a:r>
            <a:r>
              <a:rPr b="1" lang="ko-KR"/>
              <a:t>공격한 적</a:t>
            </a:r>
            <a:r>
              <a:rPr lang="ko-KR"/>
              <a:t>에게 </a:t>
            </a:r>
            <a:r>
              <a:rPr b="1" lang="ko-KR"/>
              <a:t>반격 데미지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반격 데미지</a:t>
            </a:r>
            <a:r>
              <a:rPr lang="ko-KR"/>
              <a:t>는 </a:t>
            </a:r>
            <a:r>
              <a:rPr b="1" lang="ko-KR"/>
              <a:t>지정한 아군</a:t>
            </a:r>
            <a:r>
              <a:rPr b="1" lang="ko-KR"/>
              <a:t>의 남은 HP에 비례해 </a:t>
            </a:r>
            <a:r>
              <a:rPr lang="ko-KR"/>
              <a:t>더 큰 데미지를 입힘</a:t>
            </a:r>
            <a:endParaRPr/>
          </a:p>
          <a:p>
            <a:pPr indent="-1143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궁극기 – </a:t>
            </a:r>
            <a:r>
              <a:rPr b="1" lang="ko-KR"/>
              <a:t>내가 세운 정의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단일 공격 </a:t>
            </a:r>
            <a:r>
              <a:rPr lang="ko-KR"/>
              <a:t>HP가 일정%</a:t>
            </a:r>
            <a:r>
              <a:rPr lang="ko-KR"/>
              <a:t> 이하 적에게 추가 피해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해당 궁극기로 처치 시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궁극기 재사용 가능, 시전자 일정 턴 공격력 증가 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메지션 스킬 </a:t>
            </a:r>
            <a:endParaRPr/>
          </a:p>
        </p:txBody>
      </p:sp>
      <p:sp>
        <p:nvSpPr>
          <p:cNvPr id="112" name="Google Shape;112;p12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초반 공격 및 디버프 부여 및 궁극기 중심의 막판 뒤집기 캐릭터</a:t>
            </a:r>
            <a:endParaRPr b="1"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정방향 스킬 </a:t>
            </a:r>
            <a:r>
              <a:rPr b="1" lang="ko-KR"/>
              <a:t>– 스포트라이트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단일 대상 공격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방어 디버프 부여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역방향 스킬</a:t>
            </a:r>
            <a:r>
              <a:rPr b="1" lang="ko-KR"/>
              <a:t> – </a:t>
            </a:r>
            <a:r>
              <a:rPr b="1" lang="ko-KR"/>
              <a:t>뽐내기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광역 공격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디버프에 수에 따른 추가 피해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궁극기 </a:t>
            </a:r>
            <a:r>
              <a:rPr b="1" lang="ko-KR"/>
              <a:t>스킬</a:t>
            </a:r>
            <a:r>
              <a:rPr b="1" lang="ko-KR"/>
              <a:t> – </a:t>
            </a:r>
            <a:r>
              <a:rPr b="1" lang="ko-KR"/>
              <a:t>모든 건 내 손으로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자신을 제외한 </a:t>
            </a:r>
            <a:r>
              <a:rPr b="1" lang="ko-KR"/>
              <a:t>아군 캐릭터 전원 처치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처치된 아군의 스테이지 입장 시의 스탯 시전자에게 적용</a:t>
            </a:r>
            <a:endParaRPr b="1"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더 풀 스킬 </a:t>
            </a:r>
            <a:endParaRPr/>
          </a:p>
        </p:txBody>
      </p:sp>
      <p:sp>
        <p:nvSpPr>
          <p:cNvPr id="118" name="Google Shape;118;p13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>
                <a:latin typeface="Arial"/>
                <a:ea typeface="Arial"/>
                <a:cs typeface="Arial"/>
                <a:sym typeface="Arial"/>
              </a:rPr>
              <a:t>하이 리스크 앤 하이 리턴의 공격형 캐릭터 (어려움)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>
                <a:latin typeface="Arial"/>
                <a:ea typeface="Arial"/>
                <a:cs typeface="Arial"/>
                <a:sym typeface="Arial"/>
              </a:rPr>
              <a:t>정방향 스킬</a:t>
            </a:r>
            <a:r>
              <a:rPr b="1" lang="ko-KR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ko-KR"/>
              <a:t>– </a:t>
            </a:r>
            <a:r>
              <a:rPr b="1" lang="ko-KR"/>
              <a:t>첫 가능성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단일 공격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시전자가 지닌 </a:t>
            </a:r>
            <a:r>
              <a:rPr lang="ko-KR"/>
              <a:t>디버프 수에 따라 </a:t>
            </a:r>
            <a:r>
              <a:rPr lang="ko-KR"/>
              <a:t>높은 데미지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역방향 스킬</a:t>
            </a:r>
            <a:r>
              <a:rPr b="1" lang="ko-KR"/>
              <a:t> – </a:t>
            </a:r>
            <a:r>
              <a:rPr b="1" lang="ko-KR"/>
              <a:t>무모한 도약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광역 공격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자신의 HP 일부 소모, 방어 디버프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HP</a:t>
            </a:r>
            <a:r>
              <a:rPr lang="ko-KR"/>
              <a:t>가 낮을 수록 </a:t>
            </a:r>
            <a:r>
              <a:rPr lang="ko-KR"/>
              <a:t>높은 데미지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궁극기 </a:t>
            </a:r>
            <a:r>
              <a:rPr b="1" lang="ko-KR"/>
              <a:t>스킬</a:t>
            </a:r>
            <a:r>
              <a:rPr b="1" lang="ko-KR"/>
              <a:t> – </a:t>
            </a:r>
            <a:r>
              <a:rPr b="1" lang="ko-KR"/>
              <a:t>새로운 방향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시전자 방어력 일정 턴 약화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공격 대상 방어력 무시하여 공격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시전자의 </a:t>
            </a:r>
            <a:r>
              <a:rPr lang="ko-KR"/>
              <a:t>디버프 수에 따라 </a:t>
            </a:r>
            <a:r>
              <a:rPr lang="ko-KR"/>
              <a:t>높은 데미지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해당 궁극기로 처치 시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자신이 보유한 디버프 해제</a:t>
            </a:r>
            <a:r>
              <a:rPr lang="ko-KR"/>
              <a:t>, 적군 전체에 디버프 부여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</a:pPr>
            <a:r>
              <a:rPr lang="ko-KR"/>
              <a:t>적 캐릭터</a:t>
            </a:r>
            <a:endParaRPr/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체리엇 스킬 </a:t>
            </a:r>
            <a:endParaRPr/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지정된 적을 처치하여 약화시키고 폭딜 넣</a:t>
            </a:r>
            <a:r>
              <a:rPr b="1" lang="ko-KR"/>
              <a:t>는</a:t>
            </a:r>
            <a:r>
              <a:rPr b="1" lang="ko-KR"/>
              <a:t> 것이</a:t>
            </a:r>
            <a:r>
              <a:rPr b="1" lang="ko-KR"/>
              <a:t> 공략</a:t>
            </a:r>
            <a:endParaRPr b="1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스킬 1 – 빨리 와라!</a:t>
            </a:r>
            <a:endParaRPr b="1"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지정된 몬스터 소환</a:t>
            </a:r>
            <a:endParaRPr/>
          </a:p>
          <a:p>
            <a:pPr indent="0" lvl="0" marL="685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스킬 2</a:t>
            </a:r>
            <a:r>
              <a:rPr b="1" lang="ko-KR"/>
              <a:t> – </a:t>
            </a:r>
            <a:r>
              <a:rPr b="1" lang="ko-KR"/>
              <a:t>길을 만든다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광역 공격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스킬 3</a:t>
            </a:r>
            <a:r>
              <a:rPr b="1" lang="ko-KR"/>
              <a:t> – 칭찬을 위해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HP가 가장 낮은 적 우선 공격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해당 스킬로 처치 시 일정 턴 공격력 증가 </a:t>
            </a:r>
            <a:endParaRPr/>
          </a:p>
          <a:p>
            <a:pPr indent="0" lvl="1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궁극기 </a:t>
            </a:r>
            <a:r>
              <a:rPr b="1" lang="ko-KR"/>
              <a:t>스킬 </a:t>
            </a:r>
            <a:r>
              <a:rPr b="1" lang="ko-KR"/>
              <a:t>– 승리를 위해!!!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적군 팀 캐릭터 단일</a:t>
            </a:r>
            <a:r>
              <a:rPr lang="ko-KR"/>
              <a:t> 지정함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다음턴에 해당 아군을 집어 던져 광역 피해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던져진 아군은 사망함, 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궁극기 사용 </a:t>
            </a:r>
            <a:r>
              <a:rPr lang="ko-KR"/>
              <a:t>불가</a:t>
            </a:r>
            <a:r>
              <a:rPr lang="ko-KR"/>
              <a:t> 시 방어력 디버프 획득</a:t>
            </a:r>
            <a:endParaRPr/>
          </a:p>
          <a:p>
            <a:pPr indent="-1143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아군의 </a:t>
            </a:r>
            <a:r>
              <a:rPr b="1" lang="ko-KR"/>
              <a:t>디버프의 수와 저지먼트의를 조절하는 것이 공략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스킬 1 – 너 죄가 있구나~</a:t>
            </a:r>
            <a:endParaRPr b="1"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단일 공격</a:t>
            </a:r>
            <a:endParaRPr b="1"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공격력 디버프 부여</a:t>
            </a:r>
            <a:endParaRPr b="1"/>
          </a:p>
          <a:p>
            <a:pPr indent="0" lvl="0" marL="685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스킬 2 </a:t>
            </a:r>
            <a:r>
              <a:rPr b="1" lang="ko-KR"/>
              <a:t>–</a:t>
            </a:r>
            <a:r>
              <a:rPr b="1" lang="ko-KR"/>
              <a:t> 행동에 주의해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지정 캐릭터 </a:t>
            </a:r>
            <a:r>
              <a:rPr lang="ko-KR"/>
              <a:t>일정 동안</a:t>
            </a:r>
            <a:r>
              <a:rPr lang="ko-KR"/>
              <a:t> 소환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소환된 캐릭터 처치 시 처치한 대상 공격력 디버프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소환된 캐릭터가 죽지 않을 시 시전자 공격력 디버프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스킬 3</a:t>
            </a:r>
            <a:r>
              <a:rPr b="1" lang="ko-KR"/>
              <a:t> – </a:t>
            </a:r>
            <a:r>
              <a:rPr b="1" lang="ko-KR"/>
              <a:t>건드리지 말라고!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일정 HP이하일 경우에만 사용 가능 </a:t>
            </a:r>
            <a:r>
              <a:rPr b="1" lang="ko-KR"/>
              <a:t>(</a:t>
            </a:r>
            <a:r>
              <a:rPr b="1" lang="ko-KR"/>
              <a:t>사용 가능 횟수 제한 N회)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시전자를</a:t>
            </a:r>
            <a:r>
              <a:rPr lang="ko-KR"/>
              <a:t> </a:t>
            </a:r>
            <a:r>
              <a:rPr b="1" lang="ko-KR"/>
              <a:t>공격한 적</a:t>
            </a:r>
            <a:r>
              <a:rPr lang="ko-KR"/>
              <a:t>에게 강한 </a:t>
            </a:r>
            <a:r>
              <a:rPr b="1" lang="ko-KR"/>
              <a:t>반격 공격 및 방어력 디버프 부여</a:t>
            </a:r>
            <a:endParaRPr b="1"/>
          </a:p>
          <a:p>
            <a:pPr indent="0" lvl="0" marL="685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궁극기 </a:t>
            </a:r>
            <a:r>
              <a:rPr b="1" lang="ko-KR"/>
              <a:t>스킬</a:t>
            </a:r>
            <a:r>
              <a:rPr b="1" lang="ko-KR"/>
              <a:t> </a:t>
            </a:r>
            <a:r>
              <a:rPr b="1" lang="ko-KR"/>
              <a:t>– 최후의 심판이야!!!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디버프</a:t>
            </a:r>
            <a:r>
              <a:rPr lang="ko-KR"/>
              <a:t> 수</a:t>
            </a:r>
            <a:r>
              <a:rPr lang="ko-KR"/>
              <a:t>가 가장 많은 대상에 강력한 단일 공격</a:t>
            </a:r>
            <a:r>
              <a:rPr b="1" lang="ko-KR"/>
              <a:t> (저지먼트 포함해서 계산)</a:t>
            </a:r>
            <a:endParaRPr/>
          </a:p>
          <a:p>
            <a:pPr indent="-1143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저지먼트 스킬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허밋 스킬 </a:t>
            </a:r>
            <a:endParaRPr/>
          </a:p>
        </p:txBody>
      </p:sp>
      <p:sp>
        <p:nvSpPr>
          <p:cNvPr id="142" name="Google Shape;142;p17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디버프를 삭제하고, 아군 팀 여러명이서 서로를 커버해주는 것이 공략</a:t>
            </a:r>
            <a:endParaRPr b="1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스킬 1 </a:t>
            </a:r>
            <a:r>
              <a:rPr b="1" lang="ko-KR"/>
              <a:t>–  너만을 바라보며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단일 공격, </a:t>
            </a:r>
            <a:r>
              <a:rPr lang="ko-KR"/>
              <a:t>단일 디버프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지정된</a:t>
            </a:r>
            <a:r>
              <a:rPr lang="ko-KR"/>
              <a:t> 대상 방어 디버프 부여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스킬 2 – </a:t>
            </a:r>
            <a:r>
              <a:rPr b="1" lang="ko-KR"/>
              <a:t>잡념을 떨치고</a:t>
            </a:r>
            <a:endParaRPr b="1"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가장 디버프가 많은 아군 팀 캐릭터에 </a:t>
            </a:r>
            <a:r>
              <a:rPr lang="ko-KR"/>
              <a:t>단일 </a:t>
            </a:r>
            <a:r>
              <a:rPr lang="ko-KR"/>
              <a:t>공격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디버프의 양에 따라 높은 데미지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스킬 3  – 조용</a:t>
            </a:r>
            <a:endParaRPr b="1"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단일 지정 일정 턴 속박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속박된 캐릭터는 무력화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속박에 걸린 대상 </a:t>
            </a:r>
            <a:r>
              <a:rPr b="1" lang="ko-KR"/>
              <a:t>일정 턴 지나면 즉사 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속박이 파괴 될 경우 </a:t>
            </a:r>
            <a:r>
              <a:rPr b="1" lang="ko-KR"/>
              <a:t>스킬 시전자의 방어력 </a:t>
            </a:r>
            <a:r>
              <a:rPr lang="ko-KR"/>
              <a:t>일정 턴 무효화</a:t>
            </a:r>
            <a:endParaRPr/>
          </a:p>
          <a:p>
            <a:pPr indent="0" lvl="0" marL="685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궁극기 – 고독한 별빛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단일 공격 디버프 수에 따라 강한 공격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아군 팀에 남아 있는 캐릭터가 적을 수록 공격력 강화 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엠페러 스킬 </a:t>
            </a:r>
            <a:endParaRPr/>
          </a:p>
        </p:txBody>
      </p:sp>
      <p:sp>
        <p:nvSpPr>
          <p:cNvPr id="148" name="Google Shape;148;p18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소환된 적을 처리하여 약화 될 때 폭딜을 넣는 플레이</a:t>
            </a:r>
            <a:endParaRPr b="1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스킬 1</a:t>
            </a:r>
            <a:r>
              <a:rPr lang="ko-KR"/>
              <a:t> </a:t>
            </a:r>
            <a:r>
              <a:rPr b="1" lang="ko-KR"/>
              <a:t>– 질서를 세우며</a:t>
            </a:r>
            <a:endParaRPr b="1"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광역 데미지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남은 데미지가 낮을 수 약한 데미지 </a:t>
            </a:r>
            <a:endParaRPr/>
          </a:p>
          <a:p>
            <a:pPr indent="0" lvl="0" marL="685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스킬 2</a:t>
            </a:r>
            <a:r>
              <a:rPr lang="ko-KR"/>
              <a:t> –</a:t>
            </a:r>
            <a:r>
              <a:rPr b="1" lang="ko-KR"/>
              <a:t> 감정 없이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단일 공격</a:t>
            </a:r>
            <a:endParaRPr/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스킬 3</a:t>
            </a:r>
            <a:r>
              <a:rPr lang="ko-KR"/>
              <a:t> –</a:t>
            </a:r>
            <a:r>
              <a:rPr b="1" lang="ko-KR"/>
              <a:t> 이리오너라</a:t>
            </a:r>
            <a:endParaRPr b="1"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적 팀에 중간 보스 N명 소환</a:t>
            </a:r>
            <a:endParaRPr b="1"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소환된 캐릭터는 일정 턴 </a:t>
            </a:r>
            <a:r>
              <a:rPr lang="ko-KR"/>
              <a:t>또는</a:t>
            </a:r>
            <a:r>
              <a:rPr b="1" lang="ko-KR"/>
              <a:t> 일정 데미지</a:t>
            </a:r>
            <a:r>
              <a:rPr lang="ko-KR"/>
              <a:t> 받을 시 소멸됨</a:t>
            </a:r>
            <a:endParaRPr/>
          </a:p>
          <a:p>
            <a:pPr indent="-228600" lvl="2" marL="11430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시전자에게 방어력 약화 디버프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정방향 </a:t>
            </a:r>
            <a:r>
              <a:rPr b="1" lang="ko-KR"/>
              <a:t>궁극기 </a:t>
            </a:r>
            <a:r>
              <a:rPr b="1" lang="ko-KR"/>
              <a:t>스킬 </a:t>
            </a:r>
            <a:r>
              <a:rPr b="1" lang="ko-KR"/>
              <a:t>– 절대 통제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아군 팀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소환 가능한 캐릭터가 </a:t>
            </a:r>
            <a:r>
              <a:rPr lang="ko-KR"/>
              <a:t>N명 이상일 경우에만 사용 적 일정 턴 동안 아군으로 전향]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>
                <a:solidFill>
                  <a:srgbClr val="1F5C99"/>
                </a:solidFill>
              </a:rPr>
              <a:t>전향된 적이 사망하지는 않음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전향된 적은 일정 데미지 받을 시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전향 해제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시전자 디버프</a:t>
            </a:r>
            <a:endParaRPr/>
          </a:p>
          <a:p>
            <a:pPr indent="-1143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소환 가능한 캐릭터가 없을 경우 </a:t>
            </a:r>
            <a:r>
              <a:rPr lang="ko-KR"/>
              <a:t>스킬 </a:t>
            </a:r>
            <a:r>
              <a:rPr lang="ko-KR"/>
              <a:t>사용 불가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시전자에게 방어력 약화 디버프</a:t>
            </a:r>
            <a:endParaRPr/>
          </a:p>
          <a:p>
            <a:pPr indent="-1143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더 월드 스킬 </a:t>
            </a:r>
            <a:endParaRPr/>
          </a:p>
        </p:txBody>
      </p:sp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소환 된 적을 처리하여 약화 될 때 폭딜 및 디버프 해제까지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스킬 1</a:t>
            </a:r>
            <a:r>
              <a:rPr lang="ko-KR"/>
              <a:t> – </a:t>
            </a:r>
            <a:r>
              <a:rPr lang="ko-KR"/>
              <a:t>운명의 고리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단일 대상 공격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공격 적중 캐릭터 방어 디버프 부여</a:t>
            </a:r>
            <a:endParaRPr b="1"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스킬 2</a:t>
            </a:r>
            <a:r>
              <a:rPr lang="ko-KR"/>
              <a:t> – 운명 재배열</a:t>
            </a:r>
            <a:endParaRPr b="1"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단일 지정 특수 스킬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일정 턴 동안 지정된 캐릭터</a:t>
            </a:r>
            <a:r>
              <a:rPr b="1" lang="ko-KR"/>
              <a:t> 윤회 초기로 스탯 변경</a:t>
            </a:r>
            <a:endParaRPr b="1"/>
          </a:p>
          <a:p>
            <a:pPr indent="0" lvl="0" marL="11430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스킬 3</a:t>
            </a:r>
            <a:r>
              <a:rPr lang="ko-KR"/>
              <a:t> – </a:t>
            </a:r>
            <a:r>
              <a:rPr lang="ko-KR"/>
              <a:t>예정된 운명</a:t>
            </a:r>
            <a:endParaRPr b="1"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적 팀에 중간 보스 N명 소환</a:t>
            </a:r>
            <a:endParaRPr b="1"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소환된 캐릭터는 일정 턴 </a:t>
            </a:r>
            <a:r>
              <a:rPr lang="ko-KR"/>
              <a:t>또는</a:t>
            </a:r>
            <a:r>
              <a:rPr b="1" lang="ko-KR"/>
              <a:t> 일정 데미지</a:t>
            </a:r>
            <a:r>
              <a:rPr lang="ko-KR"/>
              <a:t> 받을 시 소멸됨</a:t>
            </a:r>
            <a:endParaRPr/>
          </a:p>
          <a:p>
            <a:pPr indent="-228600" lvl="2" marL="11430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시전자에게 방어력 약화 디버프</a:t>
            </a:r>
            <a:endParaRPr b="1"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궁극기</a:t>
            </a:r>
            <a:r>
              <a:rPr lang="ko-KR"/>
              <a:t> – </a:t>
            </a:r>
            <a:r>
              <a:rPr lang="ko-KR"/>
              <a:t>완성된 운명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양 팀의 단일 캐릭터 각 각 1 캐릭터에 즉사 디버프, 방어력 디버프 부여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지정된 턴 내의 양 팀 캐릭터 중 1명의 즉사 디버프 해제 시 디버프 해제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지정된 턴내에 디버프 해제 못할 시 즉사</a:t>
            </a:r>
            <a:endParaRPr b="1"/>
          </a:p>
          <a:p>
            <a:pPr indent="0" lvl="0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b="1" lang="ko-KR">
                <a:solidFill>
                  <a:schemeClr val="accent1"/>
                </a:solidFill>
              </a:rPr>
              <a:t>디버프를 보유한 캐릭터를 죽이거나 스킬로 해제 가능 </a:t>
            </a:r>
            <a:endParaRPr b="1">
              <a:solidFill>
                <a:schemeClr val="accent1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b="1" lang="ko-KR">
                <a:solidFill>
                  <a:schemeClr val="accent1"/>
                </a:solidFill>
              </a:rPr>
              <a:t>해당 스킬로 2회차 주인공 캐릭터는 죽지 않음</a:t>
            </a:r>
            <a:endParaRPr b="1">
              <a:solidFill>
                <a:schemeClr val="accent1"/>
              </a:solidFill>
            </a:endParaRPr>
          </a:p>
          <a:p>
            <a:pPr indent="-1143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</a:pPr>
            <a:r>
              <a:rPr lang="ko-KR"/>
              <a:t>페이즈</a:t>
            </a:r>
            <a:endParaRPr/>
          </a:p>
        </p:txBody>
      </p:sp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</a:pPr>
            <a:r>
              <a:rPr lang="ko-KR"/>
              <a:t>아직 작업 중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192423135_0_20"/>
          <p:cNvSpPr txBox="1"/>
          <p:nvPr>
            <p:ph type="title"/>
          </p:nvPr>
        </p:nvSpPr>
        <p:spPr>
          <a:xfrm>
            <a:off x="757872" y="235260"/>
            <a:ext cx="105156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페이즈 컨셉</a:t>
            </a:r>
            <a:endParaRPr/>
          </a:p>
        </p:txBody>
      </p:sp>
      <p:sp>
        <p:nvSpPr>
          <p:cNvPr id="166" name="Google Shape;166;g3d192423135_0_20"/>
          <p:cNvSpPr txBox="1"/>
          <p:nvPr>
            <p:ph idx="1" type="body"/>
          </p:nvPr>
        </p:nvSpPr>
        <p:spPr>
          <a:xfrm>
            <a:off x="788581" y="1253331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페이즈는</a:t>
            </a:r>
            <a:r>
              <a:rPr lang="ko-KR"/>
              <a:t> </a:t>
            </a:r>
            <a:r>
              <a:rPr b="1" lang="ko-KR"/>
              <a:t>보스의 상태나 패턴이 일정 조건을 기준으로 변화하는 구간임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같은 패턴 반복으로 인한 지루함 방지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페이즈는</a:t>
            </a:r>
            <a:r>
              <a:rPr lang="ko-KR"/>
              <a:t> </a:t>
            </a:r>
            <a:r>
              <a:rPr b="1" lang="ko-KR"/>
              <a:t>보스의 상태나 패턴이 일정 조건을 기준으로 변화하는 구간임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패턴 추가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공격 방식 변화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환경 변화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757872" y="235260"/>
            <a:ext cx="105156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최종 보스 1페이즈</a:t>
            </a:r>
            <a:endParaRPr b="1"/>
          </a:p>
        </p:txBody>
      </p:sp>
      <p:sp>
        <p:nvSpPr>
          <p:cNvPr id="172" name="Google Shape;172;p23"/>
          <p:cNvSpPr txBox="1"/>
          <p:nvPr>
            <p:ph idx="1" type="body"/>
          </p:nvPr>
        </p:nvSpPr>
        <p:spPr>
          <a:xfrm>
            <a:off x="788581" y="1253331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단일 대상 스킬 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다중 대상 스킬 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궁극기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최종 보스는 1페이즈에서는 단일 대상 공격 2개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2페이즈 이후로 단일 1개 다중 2개, 3페이즈에 즉사 패턴 궁극기(3턴마다 돌아옴), 단일 2개 다중 2개 사용 중간 보스 별 페이즈 변환 기믹 1 최종 보스 페이즈 전환 기믹 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type="title"/>
          </p:nvPr>
        </p:nvSpPr>
        <p:spPr>
          <a:xfrm>
            <a:off x="757872" y="235260"/>
            <a:ext cx="105156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최종 보스 2페이즈</a:t>
            </a:r>
            <a:endParaRPr b="1"/>
          </a:p>
        </p:txBody>
      </p:sp>
      <p:sp>
        <p:nvSpPr>
          <p:cNvPr id="178" name="Google Shape;178;p24"/>
          <p:cNvSpPr txBox="1"/>
          <p:nvPr>
            <p:ph idx="1" type="body"/>
          </p:nvPr>
        </p:nvSpPr>
        <p:spPr>
          <a:xfrm>
            <a:off x="788581" y="1253331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단일 대상 스킬 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다중 대상 스킬 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궁극기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최종 보스는 1페이즈에서는 단일 대상 공격 2개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2페이즈 이후로 단일 1개 다중 2개, 3페이즈에 즉사 패턴 궁극기(3턴마다 돌아옴), 단일 2개 다중 2개 사용 중간 보스 별 페이즈 변환 기믹 1 최종 보스 페이즈 전환 기믹 2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192423135_0_1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</a:pPr>
            <a:r>
              <a:rPr lang="ko-KR"/>
              <a:t>이후 추가할 캐릭터</a:t>
            </a:r>
            <a:endParaRPr/>
          </a:p>
        </p:txBody>
      </p:sp>
      <p:sp>
        <p:nvSpPr>
          <p:cNvPr id="184" name="Google Shape;184;g3d192423135_0_1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</a:pPr>
            <a:r>
              <a:rPr lang="ko-KR"/>
              <a:t>아직 작업 중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c78d5ecfe_0_0"/>
          <p:cNvSpPr txBox="1"/>
          <p:nvPr>
            <p:ph type="title"/>
          </p:nvPr>
        </p:nvSpPr>
        <p:spPr>
          <a:xfrm>
            <a:off x="757872" y="235260"/>
            <a:ext cx="105156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더 스타</a:t>
            </a:r>
            <a:r>
              <a:rPr b="1" lang="ko-KR"/>
              <a:t> 스킬 </a:t>
            </a:r>
            <a:endParaRPr/>
          </a:p>
        </p:txBody>
      </p:sp>
      <p:sp>
        <p:nvSpPr>
          <p:cNvPr id="190" name="Google Shape;190;g3dc78d5ecfe_0_0"/>
          <p:cNvSpPr txBox="1"/>
          <p:nvPr>
            <p:ph idx="1" type="body"/>
          </p:nvPr>
        </p:nvSpPr>
        <p:spPr>
          <a:xfrm>
            <a:off x="788581" y="1253331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지정된 적을 처치하여 약화시키고 폭딜 넣는 것이 공략</a:t>
            </a:r>
            <a:endParaRPr b="1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스킬 1 – 빨리 와라!</a:t>
            </a:r>
            <a:endParaRPr b="1"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지정된 몬스터 소환</a:t>
            </a:r>
            <a:endParaRPr/>
          </a:p>
          <a:p>
            <a:pPr indent="0" lvl="0" marL="685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스킬 2 – 길을 만든다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광역 공격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스킬 3 – 칭찬을 위해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HP가 가장 낮은 적 우선 공격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해당 스킬로 처치 시 일정 턴 공격력 증가 </a:t>
            </a:r>
            <a:endParaRPr/>
          </a:p>
          <a:p>
            <a:pPr indent="0" lvl="1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궁극기 스킬 – 승리를 위해!!!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적군 팀 캐릭터 단일 지정함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다음턴에 해당 아군을 집어 던져 광역 피해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던져진 아군은 사망함, 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궁극기 사용 불가 시 방어력 디버프 획득</a:t>
            </a:r>
            <a:endParaRPr/>
          </a:p>
          <a:p>
            <a:pPr indent="-1143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2026-03-07T04:19:16Z</dcterms:created>
  <dc:creator>HIRONARI HATA</dc:creator>
</cp:coreProperties>
</file>