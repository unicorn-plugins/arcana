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FBB92-2957-4E29-A3F3-F0BFF6F85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D153BA-DD86-4C6A-A658-BFBA00BDD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078A64-0881-48E2-95D2-FDD0280B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043A9-44A5-4E16-95A6-92BDB28A260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8A2CB3-8C8B-4662-92D0-BC6A371AD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C7D150-45C9-4A56-BE31-68B4666E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3050-BC4E-4B96-BC65-5C697B4D64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131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203737-7FBA-4194-942A-805FB27F3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BB3030-C29D-4C25-B7EF-2C70ACB90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1C7EAD-BE59-412D-8062-3C58DFD6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043A9-44A5-4E16-95A6-92BDB28A260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D28CDB-E805-4C78-908C-C1A9A342D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38F3E9-B0F7-4518-8ACA-3DD74A02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3050-BC4E-4B96-BC65-5C697B4D64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633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9A73C-5614-473C-B95A-58D0E32F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B128E0-47C3-4209-989F-A676FD2D8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CFEB81-C6F6-40AE-AB67-22BB5DD4C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043A9-44A5-4E16-95A6-92BDB28A260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22D9A6-F4EF-4163-95CF-4E7D56514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035BD9-901A-40FE-84AF-1B7BCD0E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3050-BC4E-4B96-BC65-5C697B4D64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455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81FE8-B2AF-45A7-AB9E-201A546C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D4757A-ABC9-4FED-990E-DA893E388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EEEA65-A26C-4481-9F95-AEF5001E6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1CC516-4DC0-45E7-9AC9-BFB8DE263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043A9-44A5-4E16-95A6-92BDB28A260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6A9854-FBA2-4C8F-A807-26B49B50C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7404C2-4C14-49E0-A20D-1749FD7B2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3050-BC4E-4B96-BC65-5C697B4D64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22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9D417-9946-4B97-9978-E62D3993A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38456E-E24C-4347-AF6D-EFE3072DF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9D653A-6EB8-4127-9C8F-3F4EF3C2C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974334-29F0-4634-9BF6-5A7DB183E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4871D67-5038-4B63-8AC4-BEE351792E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D93DAC6-0957-4919-B5C4-0C4F97D8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043A9-44A5-4E16-95A6-92BDB28A260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8B73E3-5453-435E-A333-9EDEC92D6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1E10C5-0998-412F-88C0-563A428D2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3050-BC4E-4B96-BC65-5C697B4D64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575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FCA104-BCDA-4D56-8BB1-CB2FA823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CC911AA-530D-4935-8975-9D73E4DB7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043A9-44A5-4E16-95A6-92BDB28A260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641E5F-D328-4490-BECB-A2C36C001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AEC998-D8A4-4EF6-B75E-0457A874C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3050-BC4E-4B96-BC65-5C697B4D64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89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AE9580-3C5B-468E-AC73-B51F7E917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043A9-44A5-4E16-95A6-92BDB28A260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EDB0D0C-D9AC-47AE-8F39-336FBF5CF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BACA89-505E-49D4-98B9-1DFFBB1CC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3050-BC4E-4B96-BC65-5C697B4D64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963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84B074-54D0-4C15-B267-948F37C76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706ED7-3E54-413F-BCC5-691841B08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06F49D-E3A5-4FF3-86B5-9D7E5B9F5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F17E7C-E900-46E8-BD78-956822820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043A9-44A5-4E16-95A6-92BDB28A260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335C21-6EAA-48D2-8221-683AFB27A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72FC25-4105-4740-89E7-FC33139EB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3050-BC4E-4B96-BC65-5C697B4D64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66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117DC-1F4E-42EF-8404-6501DFDA0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3B1B8C-ED14-4CC4-A091-99654E9C26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293F96-E1F5-4BCC-91F1-5B2AC21DC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AF972D-D93B-4EF4-9FB1-20957CF8F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043A9-44A5-4E16-95A6-92BDB28A260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E45495-11B8-4D64-AC5C-11BD78EF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AAA7B3-3811-48A0-A4C1-27E94FBB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3050-BC4E-4B96-BC65-5C697B4D64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575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780E4-4F3B-4634-AFE0-4E71B7B2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475EA9-32A2-4AD0-B405-624F2CD1B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824E47-49FD-4A74-8366-1B338E10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043A9-44A5-4E16-95A6-92BDB28A260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EB17D-16BC-4C74-A242-3610385D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1122C2-CA60-492B-8B3F-97E06A930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3050-BC4E-4B96-BC65-5C697B4D64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56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1D49E8-8628-410A-9866-A11C315FB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6331CC-AD62-45C9-B818-9CAD668F6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8468DA-E109-4C23-9E53-4548B27C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043A9-44A5-4E16-95A6-92BDB28A260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D340D4-056C-4E26-A16E-A30DB7D03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D50C3E-DC46-441E-A727-72B2E8A7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D3050-BC4E-4B96-BC65-5C697B4D64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579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FE5791-786D-4A4F-8849-841AC5544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244C46-4B91-47FB-98CD-651B52784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5FB48F-D726-45C0-B9D1-A5E90C1FF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043A9-44A5-4E16-95A6-92BDB28A2606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63B3AF-A2E1-474E-BB98-9D8CBDA23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85493F-EC7C-46E6-844C-54606465D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D3050-BC4E-4B96-BC65-5C697B4D64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770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B9BD46-F0B1-48E0-B1B5-63F8E94ED0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천칭 컨셉 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0F6EEA-8598-4389-9099-9C3DDE9F4F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이채연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74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025AE-C2C8-437E-B5A1-3F0CC720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천칭이란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08A685-ED64-492C-826B-300C004723F7}"/>
              </a:ext>
            </a:extLst>
          </p:cNvPr>
          <p:cNvSpPr txBox="1"/>
          <p:nvPr/>
        </p:nvSpPr>
        <p:spPr>
          <a:xfrm>
            <a:off x="753762" y="2094470"/>
            <a:ext cx="885530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전투 노드에 진입 했을 때 화면 상단에 뜨는 수레바퀴</a:t>
            </a:r>
            <a:r>
              <a:rPr lang="en-US" altLang="ko-KR" dirty="0"/>
              <a:t>(</a:t>
            </a:r>
            <a:r>
              <a:rPr lang="ko-KR" altLang="en-US" dirty="0"/>
              <a:t>임시</a:t>
            </a:r>
            <a:r>
              <a:rPr lang="en-US" altLang="ko-KR" dirty="0"/>
              <a:t>) </a:t>
            </a:r>
            <a:r>
              <a:rPr lang="ko-KR" altLang="en-US" dirty="0"/>
              <a:t>모양 시스템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플레이어가 역방향</a:t>
            </a:r>
            <a:r>
              <a:rPr lang="en-US" altLang="ko-KR" dirty="0"/>
              <a:t> </a:t>
            </a:r>
            <a:r>
              <a:rPr lang="ko-KR" altLang="en-US" dirty="0"/>
              <a:t>카드를 사용하면 운명 저항 쪽으로 기울고 </a:t>
            </a:r>
            <a:endParaRPr lang="en-US" altLang="ko-KR" dirty="0"/>
          </a:p>
          <a:p>
            <a:r>
              <a:rPr lang="ko-KR" altLang="en-US" dirty="0" err="1"/>
              <a:t>정방향</a:t>
            </a:r>
            <a:r>
              <a:rPr lang="ko-KR" altLang="en-US" dirty="0"/>
              <a:t> 카드를 사용하면 운명 순응 쪽으로 기운다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저항</a:t>
            </a:r>
            <a:r>
              <a:rPr lang="en-US" altLang="ko-KR" dirty="0"/>
              <a:t>, </a:t>
            </a:r>
            <a:r>
              <a:rPr lang="ko-KR" altLang="en-US" dirty="0"/>
              <a:t>순응 방향에 각각 </a:t>
            </a:r>
            <a:r>
              <a:rPr lang="ko-KR" altLang="en-US" dirty="0" err="1"/>
              <a:t>그라데이션으로</a:t>
            </a:r>
            <a:r>
              <a:rPr lang="ko-KR" altLang="en-US" dirty="0"/>
              <a:t> </a:t>
            </a:r>
            <a:r>
              <a:rPr lang="ko-KR" altLang="en-US" dirty="0" err="1"/>
              <a:t>더월드</a:t>
            </a:r>
            <a:r>
              <a:rPr lang="ko-KR" altLang="en-US" dirty="0"/>
              <a:t> 상징 색</a:t>
            </a:r>
            <a:r>
              <a:rPr lang="en-US" altLang="ko-KR" dirty="0"/>
              <a:t>, </a:t>
            </a:r>
            <a:r>
              <a:rPr lang="ko-KR" altLang="en-US" dirty="0"/>
              <a:t>플레이어 상징색을 넣는다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다키스트</a:t>
            </a:r>
            <a:r>
              <a:rPr lang="ko-KR" altLang="en-US" dirty="0"/>
              <a:t> 던전 사기 시스템</a:t>
            </a:r>
            <a:r>
              <a:rPr lang="en-US" altLang="ko-KR" dirty="0"/>
              <a:t>, </a:t>
            </a:r>
            <a:r>
              <a:rPr lang="ko-KR" altLang="en-US" dirty="0"/>
              <a:t>노 스트레이트 로드 </a:t>
            </a:r>
            <a:r>
              <a:rPr lang="ko-KR" altLang="en-US" dirty="0" err="1"/>
              <a:t>락</a:t>
            </a:r>
            <a:r>
              <a:rPr lang="ko-KR" altLang="en-US" dirty="0"/>
              <a:t> 앤 </a:t>
            </a:r>
            <a:r>
              <a:rPr lang="en-US" altLang="ko-KR" dirty="0" err="1"/>
              <a:t>edm</a:t>
            </a:r>
            <a:r>
              <a:rPr lang="en-US" altLang="ko-KR" dirty="0"/>
              <a:t> </a:t>
            </a:r>
            <a:r>
              <a:rPr lang="ko-KR" altLang="en-US" dirty="0"/>
              <a:t>시스템 레퍼런스 </a:t>
            </a:r>
            <a:endParaRPr lang="en-US" altLang="ko-KR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96F6236-CA14-43CE-AC97-87D273515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0588" y="1746776"/>
            <a:ext cx="1327931" cy="1630497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46F7D6B-6488-418A-B295-D88587109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08" y="5257006"/>
            <a:ext cx="2619375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'노 스트레이트 로드' - VS 사유 게임플레이">
            <a:extLst>
              <a:ext uri="{FF2B5EF4-FFF2-40B4-BE49-F238E27FC236}">
                <a16:creationId xmlns:a16="http://schemas.microsoft.com/office/drawing/2014/main" id="{1D39CAD4-494B-4A35-A613-DD63432535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22" r="39836" b="80671"/>
          <a:stretch/>
        </p:blipFill>
        <p:spPr bwMode="auto">
          <a:xfrm>
            <a:off x="6005970" y="5233791"/>
            <a:ext cx="1915568" cy="109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294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025AE-C2C8-437E-B5A1-3F0CC720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7131"/>
            <a:ext cx="10515600" cy="1325563"/>
          </a:xfrm>
        </p:spPr>
        <p:txBody>
          <a:bodyPr/>
          <a:lstStyle/>
          <a:p>
            <a:r>
              <a:rPr lang="ko-KR" altLang="en-US" dirty="0"/>
              <a:t>기울기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96F6236-CA14-43CE-AC97-87D2735158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891" b="-2"/>
          <a:stretch/>
        </p:blipFill>
        <p:spPr>
          <a:xfrm>
            <a:off x="2575102" y="1955350"/>
            <a:ext cx="1327931" cy="16776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74D616-3F17-446C-A136-8F93D1389E87}"/>
              </a:ext>
            </a:extLst>
          </p:cNvPr>
          <p:cNvSpPr txBox="1"/>
          <p:nvPr/>
        </p:nvSpPr>
        <p:spPr>
          <a:xfrm>
            <a:off x="944992" y="4685466"/>
            <a:ext cx="96279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세밀한 칸으로 나뉘어진 느낌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기본적으로 스킬을 쓸 때마다 해당 스킬의 역</a:t>
            </a:r>
            <a:r>
              <a:rPr lang="en-US" altLang="ko-KR" dirty="0"/>
              <a:t>/</a:t>
            </a:r>
            <a:r>
              <a:rPr lang="ko-KR" altLang="en-US" dirty="0" err="1"/>
              <a:t>정방향</a:t>
            </a:r>
            <a:r>
              <a:rPr lang="ko-KR" altLang="en-US" dirty="0"/>
              <a:t> 종류에 따라 역</a:t>
            </a:r>
            <a:r>
              <a:rPr lang="en-US" altLang="ko-KR" dirty="0"/>
              <a:t>/</a:t>
            </a:r>
            <a:r>
              <a:rPr lang="ko-KR" altLang="en-US" dirty="0"/>
              <a:t>정방향으로 전진한다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캐릭터 패시브의 영향을 받을 경우 전진하는 칸 수가 달라질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21A2D6-417B-4210-90D4-15E0AEB78A2F}"/>
              </a:ext>
            </a:extLst>
          </p:cNvPr>
          <p:cNvSpPr txBox="1"/>
          <p:nvPr/>
        </p:nvSpPr>
        <p:spPr>
          <a:xfrm>
            <a:off x="1911490" y="268934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운명</a:t>
            </a:r>
            <a:endParaRPr lang="en-US" altLang="ko-KR" dirty="0"/>
          </a:p>
          <a:p>
            <a:r>
              <a:rPr lang="ko-KR" altLang="en-US" dirty="0"/>
              <a:t>저항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8D8E83-3839-4600-B564-78441CFD2B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5532"/>
          <a:stretch/>
        </p:blipFill>
        <p:spPr>
          <a:xfrm rot="1398597">
            <a:off x="7274142" y="1922788"/>
            <a:ext cx="1327931" cy="172070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4EE19DC-ACD3-4C53-A59C-BB59316370EE}"/>
              </a:ext>
            </a:extLst>
          </p:cNvPr>
          <p:cNvSpPr/>
          <p:nvPr/>
        </p:nvSpPr>
        <p:spPr>
          <a:xfrm>
            <a:off x="2557821" y="1644302"/>
            <a:ext cx="1394960" cy="1004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99A8979-9B7C-4297-8256-9C5B0FAACEB5}"/>
              </a:ext>
            </a:extLst>
          </p:cNvPr>
          <p:cNvSpPr/>
          <p:nvPr/>
        </p:nvSpPr>
        <p:spPr>
          <a:xfrm>
            <a:off x="7273036" y="1582464"/>
            <a:ext cx="1394960" cy="1004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998E773-A136-4107-BD07-F5DF7B474015}"/>
              </a:ext>
            </a:extLst>
          </p:cNvPr>
          <p:cNvCxnSpPr/>
          <p:nvPr/>
        </p:nvCxnSpPr>
        <p:spPr>
          <a:xfrm>
            <a:off x="5378041" y="3150022"/>
            <a:ext cx="5993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B175C02-7310-4109-8C48-CF5C22057AC4}"/>
              </a:ext>
            </a:extLst>
          </p:cNvPr>
          <p:cNvSpPr txBox="1"/>
          <p:nvPr/>
        </p:nvSpPr>
        <p:spPr>
          <a:xfrm>
            <a:off x="5154072" y="2504678"/>
            <a:ext cx="1189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역방향</a:t>
            </a:r>
            <a:endParaRPr lang="en-US" altLang="ko-KR" dirty="0"/>
          </a:p>
          <a:p>
            <a:r>
              <a:rPr lang="ko-KR" altLang="en-US" dirty="0"/>
              <a:t>스킬 사용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7712AC-012E-426B-B393-32962CFDA4A8}"/>
              </a:ext>
            </a:extLst>
          </p:cNvPr>
          <p:cNvSpPr txBox="1"/>
          <p:nvPr/>
        </p:nvSpPr>
        <p:spPr>
          <a:xfrm>
            <a:off x="3882221" y="2653838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운명</a:t>
            </a:r>
            <a:endParaRPr lang="en-US" altLang="ko-KR" dirty="0"/>
          </a:p>
          <a:p>
            <a:r>
              <a:rPr lang="ko-KR" altLang="en-US" dirty="0"/>
              <a:t>순응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DB01DC-EA8A-41D6-8D0D-73B0EE0F2FA0}"/>
              </a:ext>
            </a:extLst>
          </p:cNvPr>
          <p:cNvSpPr txBox="1"/>
          <p:nvPr/>
        </p:nvSpPr>
        <p:spPr>
          <a:xfrm>
            <a:off x="6697265" y="254018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운명</a:t>
            </a:r>
            <a:endParaRPr lang="en-US" altLang="ko-KR" dirty="0"/>
          </a:p>
          <a:p>
            <a:r>
              <a:rPr lang="ko-KR" altLang="en-US" dirty="0"/>
              <a:t>저항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15D17C-99E9-4EDD-A9AA-5FBA79537D70}"/>
              </a:ext>
            </a:extLst>
          </p:cNvPr>
          <p:cNvSpPr txBox="1"/>
          <p:nvPr/>
        </p:nvSpPr>
        <p:spPr>
          <a:xfrm>
            <a:off x="8667996" y="2504678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운명</a:t>
            </a:r>
            <a:endParaRPr lang="en-US" altLang="ko-KR" dirty="0"/>
          </a:p>
          <a:p>
            <a:r>
              <a:rPr lang="ko-KR" altLang="en-US" dirty="0"/>
              <a:t>순응</a:t>
            </a:r>
          </a:p>
        </p:txBody>
      </p:sp>
    </p:spTree>
    <p:extLst>
      <p:ext uri="{BB962C8B-B14F-4D97-AF65-F5344CB8AC3E}">
        <p14:creationId xmlns:p14="http://schemas.microsoft.com/office/powerpoint/2010/main" val="2871043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025AE-C2C8-437E-B5A1-3F0CC720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7131"/>
            <a:ext cx="10515600" cy="1325563"/>
          </a:xfrm>
        </p:spPr>
        <p:txBody>
          <a:bodyPr/>
          <a:lstStyle/>
          <a:p>
            <a:r>
              <a:rPr lang="ko-KR" altLang="en-US" dirty="0"/>
              <a:t>세계관 연계 컨셉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4D616-3F17-446C-A136-8F93D1389E87}"/>
              </a:ext>
            </a:extLst>
          </p:cNvPr>
          <p:cNvSpPr txBox="1"/>
          <p:nvPr/>
        </p:nvSpPr>
        <p:spPr>
          <a:xfrm>
            <a:off x="918615" y="3858090"/>
            <a:ext cx="498726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운명 순응</a:t>
            </a:r>
            <a:r>
              <a:rPr lang="en-US" altLang="ko-KR" dirty="0"/>
              <a:t>: </a:t>
            </a:r>
            <a:r>
              <a:rPr lang="ko-KR" altLang="en-US" dirty="0"/>
              <a:t>로우 리스크</a:t>
            </a:r>
            <a:r>
              <a:rPr lang="en-US" altLang="ko-KR" dirty="0"/>
              <a:t>, </a:t>
            </a:r>
            <a:r>
              <a:rPr lang="ko-KR" altLang="en-US" dirty="0"/>
              <a:t>로우 리턴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정방향</a:t>
            </a:r>
            <a:r>
              <a:rPr lang="ko-KR" altLang="en-US" dirty="0"/>
              <a:t> 사용 시 해당 방향으로 전진</a:t>
            </a:r>
            <a:endParaRPr lang="en-US" altLang="ko-KR" dirty="0"/>
          </a:p>
          <a:p>
            <a:r>
              <a:rPr lang="ko-KR" altLang="en-US" dirty="0"/>
              <a:t>운명에 순응하여 더 월드가 칭찬하는 느낌</a:t>
            </a:r>
            <a:endParaRPr lang="en-US" altLang="ko-KR" dirty="0"/>
          </a:p>
          <a:p>
            <a:r>
              <a:rPr lang="en-US" altLang="ko-KR" dirty="0"/>
              <a:t>+</a:t>
            </a:r>
          </a:p>
          <a:p>
            <a:r>
              <a:rPr lang="ko-KR" altLang="en-US" dirty="0"/>
              <a:t>기본적인 적의 방해</a:t>
            </a:r>
            <a:r>
              <a:rPr lang="en-US" altLang="ko-KR" dirty="0"/>
              <a:t>  </a:t>
            </a:r>
          </a:p>
          <a:p>
            <a:endParaRPr lang="en-US" altLang="ko-KR" dirty="0"/>
          </a:p>
          <a:p>
            <a:r>
              <a:rPr lang="ko-KR" altLang="en-US" dirty="0"/>
              <a:t>효과</a:t>
            </a:r>
            <a:r>
              <a:rPr lang="en-US" altLang="ko-KR" dirty="0"/>
              <a:t>: </a:t>
            </a:r>
            <a:r>
              <a:rPr lang="ko-KR" altLang="en-US" dirty="0"/>
              <a:t>딜 넣은 만큼 </a:t>
            </a:r>
            <a:r>
              <a:rPr lang="en-US" altLang="ko-KR" dirty="0"/>
              <a:t>hp </a:t>
            </a:r>
            <a:r>
              <a:rPr lang="ko-KR" altLang="en-US" dirty="0"/>
              <a:t>회복</a:t>
            </a:r>
            <a:r>
              <a:rPr lang="en-US" altLang="ko-KR" dirty="0"/>
              <a:t>, </a:t>
            </a:r>
            <a:r>
              <a:rPr lang="ko-KR" altLang="en-US" dirty="0"/>
              <a:t>공격력 약간 약화 </a:t>
            </a:r>
            <a:endParaRPr lang="en-US" altLang="ko-KR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614DA3E-005A-46BF-9534-A2D0616336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891" b="-2"/>
          <a:stretch/>
        </p:blipFill>
        <p:spPr>
          <a:xfrm rot="16200000">
            <a:off x="2575102" y="1709167"/>
            <a:ext cx="1327931" cy="167765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6992C2F-E052-4812-83C5-4C0AC457C8A8}"/>
              </a:ext>
            </a:extLst>
          </p:cNvPr>
          <p:cNvSpPr txBox="1"/>
          <p:nvPr/>
        </p:nvSpPr>
        <p:spPr>
          <a:xfrm>
            <a:off x="1911490" y="2443161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운명</a:t>
            </a:r>
            <a:endParaRPr lang="en-US" altLang="ko-KR" dirty="0"/>
          </a:p>
          <a:p>
            <a:r>
              <a:rPr lang="ko-KR" altLang="en-US" dirty="0"/>
              <a:t>저항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0FFF30F-AEE7-49A4-97C1-06560C2784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5532"/>
          <a:stretch/>
        </p:blipFill>
        <p:spPr>
          <a:xfrm rot="5400000">
            <a:off x="8074242" y="1687643"/>
            <a:ext cx="1327931" cy="172070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323FB61-2A91-4D2E-B273-B353B1CA6412}"/>
              </a:ext>
            </a:extLst>
          </p:cNvPr>
          <p:cNvSpPr txBox="1"/>
          <p:nvPr/>
        </p:nvSpPr>
        <p:spPr>
          <a:xfrm>
            <a:off x="3882221" y="240765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운명</a:t>
            </a:r>
            <a:endParaRPr lang="en-US" altLang="ko-KR" dirty="0"/>
          </a:p>
          <a:p>
            <a:r>
              <a:rPr lang="ko-KR" altLang="en-US" dirty="0"/>
              <a:t>순응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4A1C0D-B9A6-469B-BC76-5717828B93D8}"/>
              </a:ext>
            </a:extLst>
          </p:cNvPr>
          <p:cNvSpPr txBox="1"/>
          <p:nvPr/>
        </p:nvSpPr>
        <p:spPr>
          <a:xfrm>
            <a:off x="7271992" y="2317603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운명</a:t>
            </a:r>
            <a:endParaRPr lang="en-US" altLang="ko-KR" dirty="0"/>
          </a:p>
          <a:p>
            <a:r>
              <a:rPr lang="ko-KR" altLang="en-US" dirty="0"/>
              <a:t>저항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A6AA54-4FB2-4D43-B39C-357B608CBEB0}"/>
              </a:ext>
            </a:extLst>
          </p:cNvPr>
          <p:cNvSpPr txBox="1"/>
          <p:nvPr/>
        </p:nvSpPr>
        <p:spPr>
          <a:xfrm>
            <a:off x="9468096" y="2269533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운명</a:t>
            </a:r>
            <a:endParaRPr lang="en-US" altLang="ko-KR" dirty="0"/>
          </a:p>
          <a:p>
            <a:r>
              <a:rPr lang="ko-KR" altLang="en-US" dirty="0"/>
              <a:t>순응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D47FED-1AC5-4212-B931-C75B2D4834C7}"/>
              </a:ext>
            </a:extLst>
          </p:cNvPr>
          <p:cNvSpPr/>
          <p:nvPr/>
        </p:nvSpPr>
        <p:spPr>
          <a:xfrm>
            <a:off x="2400239" y="1434763"/>
            <a:ext cx="1394960" cy="1004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FB7D4EF-32CD-4B96-BBD7-4487DE775C1E}"/>
              </a:ext>
            </a:extLst>
          </p:cNvPr>
          <p:cNvSpPr/>
          <p:nvPr/>
        </p:nvSpPr>
        <p:spPr>
          <a:xfrm>
            <a:off x="8073136" y="1347319"/>
            <a:ext cx="1394960" cy="1004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D0F456-1BC9-49CB-9A4A-83C91E0F1CA9}"/>
              </a:ext>
            </a:extLst>
          </p:cNvPr>
          <p:cNvSpPr txBox="1"/>
          <p:nvPr/>
        </p:nvSpPr>
        <p:spPr>
          <a:xfrm>
            <a:off x="6789064" y="3815026"/>
            <a:ext cx="45647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운명 저항</a:t>
            </a:r>
            <a:r>
              <a:rPr lang="en-US" altLang="ko-KR" dirty="0"/>
              <a:t>: </a:t>
            </a:r>
            <a:r>
              <a:rPr lang="ko-KR" altLang="en-US" dirty="0"/>
              <a:t>하이 리스크</a:t>
            </a:r>
            <a:r>
              <a:rPr lang="en-US" altLang="ko-KR" dirty="0"/>
              <a:t>, </a:t>
            </a:r>
            <a:r>
              <a:rPr lang="ko-KR" altLang="en-US" dirty="0"/>
              <a:t>하이 리턴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역방향 사용 시 해당 방향으로 전진</a:t>
            </a:r>
            <a:endParaRPr lang="en-US" altLang="ko-KR" dirty="0"/>
          </a:p>
          <a:p>
            <a:r>
              <a:rPr lang="ko-KR" altLang="en-US" dirty="0"/>
              <a:t>운명에 저항하여</a:t>
            </a:r>
            <a:r>
              <a:rPr lang="en-US" altLang="ko-KR" dirty="0"/>
              <a:t> </a:t>
            </a:r>
            <a:r>
              <a:rPr lang="ko-KR" altLang="en-US" dirty="0"/>
              <a:t>아군팀이 각성하는 느낌</a:t>
            </a:r>
            <a:endParaRPr lang="en-US" altLang="ko-KR" dirty="0"/>
          </a:p>
          <a:p>
            <a:r>
              <a:rPr lang="en-US" altLang="ko-KR" dirty="0"/>
              <a:t>+</a:t>
            </a:r>
          </a:p>
          <a:p>
            <a:r>
              <a:rPr lang="ko-KR" altLang="en-US" dirty="0"/>
              <a:t>더 월드의 방해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효과</a:t>
            </a:r>
            <a:r>
              <a:rPr lang="en-US" altLang="ko-KR" dirty="0"/>
              <a:t>: </a:t>
            </a:r>
            <a:r>
              <a:rPr lang="ko-KR" altLang="en-US" dirty="0" err="1"/>
              <a:t>아군팀</a:t>
            </a:r>
            <a:r>
              <a:rPr lang="ko-KR" altLang="en-US" dirty="0"/>
              <a:t> </a:t>
            </a:r>
            <a:r>
              <a:rPr lang="en-US" altLang="ko-KR" dirty="0"/>
              <a:t>hp, </a:t>
            </a:r>
            <a:r>
              <a:rPr lang="ko-KR" altLang="en-US" dirty="0"/>
              <a:t>아군 방어력 약화</a:t>
            </a:r>
            <a:r>
              <a:rPr lang="en-US" altLang="ko-KR" dirty="0"/>
              <a:t>, </a:t>
            </a:r>
            <a:r>
              <a:rPr lang="ko-KR" altLang="en-US" dirty="0"/>
              <a:t>공격력 증가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3751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025AE-C2C8-437E-B5A1-3F0CC720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7131"/>
            <a:ext cx="10515600" cy="1325563"/>
          </a:xfrm>
        </p:spPr>
        <p:txBody>
          <a:bodyPr/>
          <a:lstStyle/>
          <a:p>
            <a:r>
              <a:rPr lang="ko-KR" altLang="en-US" dirty="0"/>
              <a:t>세계관 연계 컨셉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4D616-3F17-446C-A136-8F93D1389E87}"/>
              </a:ext>
            </a:extLst>
          </p:cNvPr>
          <p:cNvSpPr txBox="1"/>
          <p:nvPr/>
        </p:nvSpPr>
        <p:spPr>
          <a:xfrm>
            <a:off x="1742503" y="3904021"/>
            <a:ext cx="50610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중립</a:t>
            </a:r>
            <a:r>
              <a:rPr lang="en-US" altLang="ko-KR" dirty="0"/>
              <a:t>: </a:t>
            </a:r>
            <a:r>
              <a:rPr lang="ko-KR" altLang="en-US" dirty="0"/>
              <a:t>안정적 플레이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저항과 순응을 반복하며 운명 변동이 없는 상태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효과</a:t>
            </a:r>
            <a:r>
              <a:rPr lang="en-US" altLang="ko-KR" dirty="0"/>
              <a:t>: </a:t>
            </a:r>
            <a:r>
              <a:rPr lang="ko-KR" altLang="en-US" dirty="0"/>
              <a:t>아무 효과 없음</a:t>
            </a:r>
            <a:endParaRPr lang="en-US" altLang="ko-KR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614DA3E-005A-46BF-9534-A2D0616336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891" b="-2"/>
          <a:stretch/>
        </p:blipFill>
        <p:spPr>
          <a:xfrm>
            <a:off x="2575102" y="1709167"/>
            <a:ext cx="1327931" cy="167765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6992C2F-E052-4812-83C5-4C0AC457C8A8}"/>
              </a:ext>
            </a:extLst>
          </p:cNvPr>
          <p:cNvSpPr txBox="1"/>
          <p:nvPr/>
        </p:nvSpPr>
        <p:spPr>
          <a:xfrm>
            <a:off x="1911490" y="2443161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운명</a:t>
            </a:r>
            <a:endParaRPr lang="en-US" altLang="ko-KR" dirty="0"/>
          </a:p>
          <a:p>
            <a:r>
              <a:rPr lang="ko-KR" altLang="en-US" dirty="0"/>
              <a:t>저항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23FB61-2A91-4D2E-B273-B353B1CA6412}"/>
              </a:ext>
            </a:extLst>
          </p:cNvPr>
          <p:cNvSpPr txBox="1"/>
          <p:nvPr/>
        </p:nvSpPr>
        <p:spPr>
          <a:xfrm>
            <a:off x="3882221" y="240765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운명</a:t>
            </a:r>
            <a:endParaRPr lang="en-US" altLang="ko-KR" dirty="0"/>
          </a:p>
          <a:p>
            <a:r>
              <a:rPr lang="ko-KR" altLang="en-US" dirty="0"/>
              <a:t>순응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D47FED-1AC5-4212-B931-C75B2D4834C7}"/>
              </a:ext>
            </a:extLst>
          </p:cNvPr>
          <p:cNvSpPr/>
          <p:nvPr/>
        </p:nvSpPr>
        <p:spPr>
          <a:xfrm>
            <a:off x="2575102" y="1476651"/>
            <a:ext cx="1394960" cy="1004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441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212</Words>
  <Application>Microsoft Office PowerPoint</Application>
  <PresentationFormat>와이드스크린</PresentationFormat>
  <Paragraphs>64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천칭 컨셉 기획서</vt:lpstr>
      <vt:lpstr>천칭이란?</vt:lpstr>
      <vt:lpstr>기울기</vt:lpstr>
      <vt:lpstr>세계관 연계 컨셉</vt:lpstr>
      <vt:lpstr>세계관 연계 컨셉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천칭 컨셉 기획서</dc:title>
  <dc:creator>ki</dc:creator>
  <cp:lastModifiedBy>ki</cp:lastModifiedBy>
  <cp:revision>43</cp:revision>
  <dcterms:created xsi:type="dcterms:W3CDTF">2026-03-21T05:01:19Z</dcterms:created>
  <dcterms:modified xsi:type="dcterms:W3CDTF">2026-03-26T16:33:55Z</dcterms:modified>
</cp:coreProperties>
</file>