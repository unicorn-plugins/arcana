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y="13716000" cx="2438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18" roundtripDataSignature="AMtx7mioqZsMTDvyXlYzTCiEpbDQeOzry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18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8" name="Google Shape;8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3" name="Google Shape;143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2" name="Google Shape;152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9" name="Google Shape;159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15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1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1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6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7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8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8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9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9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9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9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9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0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2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2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21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21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21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2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2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2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22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22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2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2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2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23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2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4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4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3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Relationship Id="rId4" Type="http://schemas.openxmlformats.org/officeDocument/2006/relationships/image" Target="../media/image8.png"/><Relationship Id="rId5" Type="http://schemas.openxmlformats.org/officeDocument/2006/relationships/image" Target="../media/image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8.png"/><Relationship Id="rId4" Type="http://schemas.openxmlformats.org/officeDocument/2006/relationships/image" Target="../media/image12.png"/><Relationship Id="rId5" Type="http://schemas.openxmlformats.org/officeDocument/2006/relationships/image" Target="../media/image1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0.png"/><Relationship Id="rId4" Type="http://schemas.openxmlformats.org/officeDocument/2006/relationships/image" Target="../media/image18.png"/><Relationship Id="rId5" Type="http://schemas.openxmlformats.org/officeDocument/2006/relationships/image" Target="../media/image5.png"/><Relationship Id="rId6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8.png"/><Relationship Id="rId4" Type="http://schemas.openxmlformats.org/officeDocument/2006/relationships/image" Target="../media/image2.png"/><Relationship Id="rId5" Type="http://schemas.openxmlformats.org/officeDocument/2006/relationships/image" Target="../media/image9.png"/><Relationship Id="rId6" Type="http://schemas.openxmlformats.org/officeDocument/2006/relationships/image" Target="../media/image16.png"/><Relationship Id="rId7" Type="http://schemas.openxmlformats.org/officeDocument/2006/relationships/image" Target="../media/image4.png"/><Relationship Id="rId8" Type="http://schemas.openxmlformats.org/officeDocument/2006/relationships/image" Target="../media/image2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Relationship Id="rId4" Type="http://schemas.openxmlformats.org/officeDocument/2006/relationships/image" Target="../media/image18.png"/><Relationship Id="rId5" Type="http://schemas.openxmlformats.org/officeDocument/2006/relationships/image" Target="../media/image23.png"/><Relationship Id="rId6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3.png"/><Relationship Id="rId4" Type="http://schemas.openxmlformats.org/officeDocument/2006/relationships/image" Target="../media/image18.png"/><Relationship Id="rId5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1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8.png"/><Relationship Id="rId4" Type="http://schemas.openxmlformats.org/officeDocument/2006/relationships/image" Target="../media/image15.png"/><Relationship Id="rId5" Type="http://schemas.openxmlformats.org/officeDocument/2006/relationships/image" Target="../media/image22.png"/><Relationship Id="rId6" Type="http://schemas.openxmlformats.org/officeDocument/2006/relationships/image" Target="../media/image21.png"/><Relationship Id="rId7" Type="http://schemas.openxmlformats.org/officeDocument/2006/relationships/image" Target="../media/image3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8.png"/><Relationship Id="rId4" Type="http://schemas.openxmlformats.org/officeDocument/2006/relationships/image" Target="../media/image27.png"/><Relationship Id="rId5" Type="http://schemas.openxmlformats.org/officeDocument/2006/relationships/image" Target="../media/image25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8.png"/><Relationship Id="rId4" Type="http://schemas.openxmlformats.org/officeDocument/2006/relationships/image" Target="../media/image29.png"/><Relationship Id="rId5" Type="http://schemas.openxmlformats.org/officeDocument/2006/relationships/image" Target="../media/image32.png"/></Relationships>
</file>

<file path=ppt/slides/_rels/slide12.xml.rels><?xml version="1.0" encoding="UTF-8" standalone="yes"?><Relationships xmlns="http://schemas.openxmlformats.org/package/2006/relationships"><Relationship Id="rId11" Type="http://schemas.openxmlformats.org/officeDocument/2006/relationships/image" Target="../media/image35.png"/><Relationship Id="rId10" Type="http://schemas.openxmlformats.org/officeDocument/2006/relationships/image" Target="../media/image33.png"/><Relationship Id="rId13" Type="http://schemas.openxmlformats.org/officeDocument/2006/relationships/image" Target="../media/image42.png"/><Relationship Id="rId12" Type="http://schemas.openxmlformats.org/officeDocument/2006/relationships/image" Target="../media/image4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8.png"/><Relationship Id="rId4" Type="http://schemas.openxmlformats.org/officeDocument/2006/relationships/image" Target="../media/image30.png"/><Relationship Id="rId9" Type="http://schemas.openxmlformats.org/officeDocument/2006/relationships/image" Target="../media/image37.png"/><Relationship Id="rId15" Type="http://schemas.openxmlformats.org/officeDocument/2006/relationships/image" Target="../media/image34.png"/><Relationship Id="rId14" Type="http://schemas.openxmlformats.org/officeDocument/2006/relationships/image" Target="../media/image43.png"/><Relationship Id="rId16" Type="http://schemas.openxmlformats.org/officeDocument/2006/relationships/image" Target="../media/image45.png"/><Relationship Id="rId5" Type="http://schemas.openxmlformats.org/officeDocument/2006/relationships/image" Target="../media/image18.png"/><Relationship Id="rId6" Type="http://schemas.openxmlformats.org/officeDocument/2006/relationships/image" Target="../media/image36.png"/><Relationship Id="rId7" Type="http://schemas.openxmlformats.org/officeDocument/2006/relationships/image" Target="../media/image38.png"/><Relationship Id="rId8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775700" y="5067300"/>
            <a:ext cx="6832600" cy="1841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41000" y="6819900"/>
            <a:ext cx="3289300" cy="144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200" y="1778000"/>
            <a:ext cx="230759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4100" y="546100"/>
            <a:ext cx="850900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46200" y="2628900"/>
            <a:ext cx="19024600" cy="7327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200" y="1778000"/>
            <a:ext cx="230759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054100" y="546100"/>
            <a:ext cx="1549400" cy="1181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3759200" y="2565400"/>
            <a:ext cx="10883900" cy="10972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03500" y="3416300"/>
            <a:ext cx="21297900" cy="5194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1200" y="1778000"/>
            <a:ext cx="230759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08100" y="2413000"/>
            <a:ext cx="21907500" cy="88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6500" y="596900"/>
            <a:ext cx="7721600" cy="13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2" name="Google Shape;112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200" y="1778000"/>
            <a:ext cx="230759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3" name="Google Shape;113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06500" y="596900"/>
            <a:ext cx="77216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03500" y="2616200"/>
            <a:ext cx="21297900" cy="20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03500" y="5257800"/>
            <a:ext cx="21297900" cy="20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603500" y="7899400"/>
            <a:ext cx="21297900" cy="2032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2603500" y="10541000"/>
            <a:ext cx="21297900" cy="203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2" name="Google Shape;122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03500" y="3416300"/>
            <a:ext cx="21297900" cy="5016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1200" y="1778000"/>
            <a:ext cx="230759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08100" y="2413000"/>
            <a:ext cx="21907500" cy="88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6500" y="596900"/>
            <a:ext cx="7721600" cy="13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03500" y="2616200"/>
            <a:ext cx="21297900" cy="3822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1" name="Google Shape;131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1200" y="1778000"/>
            <a:ext cx="230759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2" name="Google Shape;132;p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206500" y="596900"/>
            <a:ext cx="7721600" cy="13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Google Shape;137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2603500" y="3416300"/>
            <a:ext cx="21297900" cy="363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11200" y="1778000"/>
            <a:ext cx="230759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308100" y="2413000"/>
            <a:ext cx="21907500" cy="889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6500" y="596900"/>
            <a:ext cx="7721600" cy="1371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200" y="1778000"/>
            <a:ext cx="230759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06500" y="596900"/>
            <a:ext cx="77216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7" name="Google Shape;147;p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03500" y="4102100"/>
            <a:ext cx="21297900" cy="1358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603500" y="2692400"/>
            <a:ext cx="21297900" cy="1295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2603500" y="5816600"/>
            <a:ext cx="21297900" cy="1358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200" y="1778000"/>
            <a:ext cx="230759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06500" y="596900"/>
            <a:ext cx="77216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6" name="Google Shape;156;p1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03500" y="2768600"/>
            <a:ext cx="21297900" cy="243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11200" y="1778000"/>
            <a:ext cx="230759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206500" y="596900"/>
            <a:ext cx="77216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603500" y="2794000"/>
            <a:ext cx="21297900" cy="4838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8" name="Google Shape;168;p1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781300" y="6139341"/>
            <a:ext cx="1574800" cy="3799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9" name="Google Shape;169;p1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9088100" y="5440841"/>
            <a:ext cx="1574800" cy="37995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1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11200" y="1778000"/>
            <a:ext cx="2307590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12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206500" y="596900"/>
            <a:ext cx="7721600" cy="13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12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149600" y="2739853"/>
            <a:ext cx="4876800" cy="7686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1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860800" y="3733317"/>
            <a:ext cx="3467100" cy="3379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12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4114800" y="4818466"/>
            <a:ext cx="2971800" cy="1208868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962900" y="3733317"/>
            <a:ext cx="3467100" cy="3379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2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8445500" y="5039463"/>
            <a:ext cx="2489200" cy="76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2065000" y="3733317"/>
            <a:ext cx="3467100" cy="3379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2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12560300" y="5039463"/>
            <a:ext cx="2489200" cy="76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2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16167100" y="3733317"/>
            <a:ext cx="3467100" cy="3379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2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16649700" y="5038949"/>
            <a:ext cx="2489200" cy="666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2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9982200" y="8254517"/>
            <a:ext cx="3467100" cy="3379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2" name="Google Shape;182;p12"/>
          <p:cNvPicPr preferRelativeResize="0"/>
          <p:nvPr/>
        </p:nvPicPr>
        <p:blipFill>
          <a:blip r:embed="rId14">
            <a:alphaModFix/>
          </a:blip>
          <a:stretch>
            <a:fillRect/>
          </a:stretch>
        </p:blipFill>
        <p:spPr>
          <a:xfrm>
            <a:off x="10782300" y="9560149"/>
            <a:ext cx="2489200" cy="666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3" name="Google Shape;183;p12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3860800" y="8254517"/>
            <a:ext cx="3467100" cy="3379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p12"/>
          <p:cNvPicPr preferRelativeResize="0"/>
          <p:nvPr/>
        </p:nvPicPr>
        <p:blipFill>
          <a:blip r:embed="rId12">
            <a:alphaModFix/>
          </a:blip>
          <a:stretch>
            <a:fillRect/>
          </a:stretch>
        </p:blipFill>
        <p:spPr>
          <a:xfrm>
            <a:off x="4584700" y="9560149"/>
            <a:ext cx="2489200" cy="6663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85" name="Google Shape;185;p12"/>
          <p:cNvPicPr preferRelativeResize="0"/>
          <p:nvPr/>
        </p:nvPicPr>
        <p:blipFill>
          <a:blip r:embed="rId15">
            <a:alphaModFix/>
          </a:blip>
          <a:stretch>
            <a:fillRect/>
          </a:stretch>
        </p:blipFill>
        <p:spPr>
          <a:xfrm>
            <a:off x="18389600" y="11858453"/>
            <a:ext cx="4876800" cy="76869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6" name="Google Shape;186;p12"/>
          <p:cNvPicPr preferRelativeResize="0"/>
          <p:nvPr/>
        </p:nvPicPr>
        <p:blipFill>
          <a:blip r:embed="rId13">
            <a:alphaModFix/>
          </a:blip>
          <a:stretch>
            <a:fillRect/>
          </a:stretch>
        </p:blipFill>
        <p:spPr>
          <a:xfrm>
            <a:off x="16167100" y="8254517"/>
            <a:ext cx="3467100" cy="3379167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12"/>
          <p:cNvPicPr preferRelativeResize="0"/>
          <p:nvPr/>
        </p:nvPicPr>
        <p:blipFill>
          <a:blip r:embed="rId16">
            <a:alphaModFix/>
          </a:blip>
          <a:stretch>
            <a:fillRect/>
          </a:stretch>
        </p:blipFill>
        <p:spPr>
          <a:xfrm>
            <a:off x="16954500" y="9560149"/>
            <a:ext cx="2489200" cy="6663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</cp:coreProperties>
</file>