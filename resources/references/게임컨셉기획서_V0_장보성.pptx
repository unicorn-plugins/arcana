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/9mAMWNXAl8ZBY6cqsRa5PB2O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FFF125-E9BB-40A3-B1A9-43BD0483A4ED}">
  <a:tblStyle styleId="{88FFF125-E9BB-40A3-B1A9-43BD0483A4ED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3" name="Google Shape;23;p13"/>
          <p:cNvCxnSpPr/>
          <p:nvPr/>
        </p:nvCxnSpPr>
        <p:spPr>
          <a:xfrm>
            <a:off x="727164" y="107580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4" name="Google Shape;34;p15"/>
          <p:cNvCxnSpPr/>
          <p:nvPr/>
        </p:nvCxnSpPr>
        <p:spPr>
          <a:xfrm>
            <a:off x="727164" y="109487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15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788581" y="136525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jpg"/><Relationship Id="rId5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게임컨셉기획서</a:t>
            </a:r>
            <a:endParaRPr/>
          </a:p>
        </p:txBody>
      </p:sp>
      <p:sp>
        <p:nvSpPr>
          <p:cNvPr id="45" name="Google Shape;45;p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rPr lang="ko-KR"/>
              <a:t>Light life 202313190 장보성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변경사항</a:t>
            </a:r>
            <a:endParaRPr/>
          </a:p>
        </p:txBody>
      </p:sp>
      <p:sp>
        <p:nvSpPr>
          <p:cNvPr id="51" name="Google Shape;51;p2"/>
          <p:cNvSpPr txBox="1"/>
          <p:nvPr>
            <p:ph idx="1" type="body"/>
          </p:nvPr>
        </p:nvSpPr>
        <p:spPr>
          <a:xfrm>
            <a:off x="757872" y="107580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변경된 내용 정리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2" name="Google Shape;52;p2"/>
          <p:cNvGraphicFramePr/>
          <p:nvPr/>
        </p:nvGraphicFramePr>
        <p:xfrm>
          <a:off x="1280636" y="150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{88FFF125-E9BB-40A3-B1A9-43BD0483A4ED}</a:tableStyleId>
              </a:tblPr>
              <a:tblGrid>
                <a:gridCol w="1427175"/>
                <a:gridCol w="1071950"/>
                <a:gridCol w="7131600"/>
              </a:tblGrid>
              <a:tr h="35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일시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작업자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변경 사항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2026.02.11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컨셉기획서PPT버전으로 작성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iewer Image" id="57" name="Google Shape;57;p3"/>
          <p:cNvPicPr preferRelativeResize="0"/>
          <p:nvPr/>
        </p:nvPicPr>
        <p:blipFill rotWithShape="1">
          <a:blip r:embed="rId3">
            <a:alphaModFix/>
          </a:blip>
          <a:srcRect b="14511" l="16199" r="1913" t="12455"/>
          <a:stretch/>
        </p:blipFill>
        <p:spPr>
          <a:xfrm>
            <a:off x="2044266" y="3415250"/>
            <a:ext cx="4679950" cy="235131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게임 개요</a:t>
            </a:r>
            <a:endParaRPr/>
          </a:p>
        </p:txBody>
      </p:sp>
      <p:sp>
        <p:nvSpPr>
          <p:cNvPr id="59" name="Google Shape;59;p3"/>
          <p:cNvSpPr txBox="1"/>
          <p:nvPr/>
        </p:nvSpPr>
        <p:spPr>
          <a:xfrm>
            <a:off x="6979142" y="1246209"/>
            <a:ext cx="23987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아르카나</a:t>
            </a:r>
            <a:endParaRPr b="1" sz="3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320939" y="5131322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로그라이트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940326" y="5131322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605762" y="5131322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6979142" y="2062945"/>
            <a:ext cx="508634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장르</a:t>
            </a:r>
            <a:endParaRPr b="0" sz="1800" u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2D, 로그라이트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턴제 전략 게임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타겟층</a:t>
            </a:r>
            <a:endParaRPr b="0" sz="1800" u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20~30대의 캐주얼 게이머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목표를 클리어 할 때의 쾌감을 좋아하는 도전적인 플레이어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</a:t>
            </a:r>
            <a:endParaRPr b="0" sz="1800" u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PC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다키스트 던전》 새로운 스크린샷 / 개발 상황 | PC RPG 뉴스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7948" y="1574033"/>
            <a:ext cx="3526268" cy="198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5995" y="1574032"/>
            <a:ext cx="3680498" cy="4206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게임 개발 방향</a:t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002260" y="4148126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빠른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몰입</a:t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621647" y="4148126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287083" y="4148126"/>
            <a:ext cx="1335419" cy="127048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해석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756635" y="2007880"/>
            <a:ext cx="473558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패시브 키워드 등 전략적인 고려 요소 제공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빠르게 인상을 주기 위해 </a:t>
            </a: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전투에 전략 요소 부여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스킬이 각 카드의 의미에 따라 어울려야 몰입도를 해치지 않음w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핵심 재미요소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57871" y="1280244"/>
            <a:ext cx="5269685" cy="25690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2826657" y="2042055"/>
            <a:ext cx="308065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플레이어가 빨리 게임에 몰입할 수 있도록 </a:t>
            </a:r>
            <a:b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전투내에 전략을 중점</a:t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907143" y="3325743"/>
            <a:ext cx="19195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 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3" name="Google Shape;83;p5"/>
          <p:cNvCxnSpPr/>
          <p:nvPr/>
        </p:nvCxnSpPr>
        <p:spPr>
          <a:xfrm>
            <a:off x="2960914" y="1496141"/>
            <a:ext cx="0" cy="201515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" name="Google Shape;84;p5"/>
          <p:cNvSpPr/>
          <p:nvPr/>
        </p:nvSpPr>
        <p:spPr>
          <a:xfrm>
            <a:off x="839830" y="4223470"/>
            <a:ext cx="5269685" cy="25690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2699657" y="4867404"/>
            <a:ext cx="320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희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 노드 등장</a:t>
            </a:r>
            <a:b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보상에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랜덤성을 추가함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예상치 못한 보상의 재미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812800" y="5976409"/>
            <a:ext cx="2148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운적요소 포함으로 </a:t>
            </a:r>
            <a:b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보상을 기대함</a:t>
            </a:r>
            <a:endParaRPr/>
          </a:p>
        </p:txBody>
      </p:sp>
      <p:cxnSp>
        <p:nvCxnSpPr>
          <p:cNvPr id="87" name="Google Shape;87;p5"/>
          <p:cNvCxnSpPr/>
          <p:nvPr/>
        </p:nvCxnSpPr>
        <p:spPr>
          <a:xfrm>
            <a:off x="2960914" y="4321490"/>
            <a:ext cx="0" cy="201515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" name="Google Shape;88;p5"/>
          <p:cNvSpPr/>
          <p:nvPr/>
        </p:nvSpPr>
        <p:spPr>
          <a:xfrm>
            <a:off x="6254657" y="4105593"/>
            <a:ext cx="5269685" cy="25690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8323443" y="4867404"/>
            <a:ext cx="308065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자신의 노드를 골라 </a:t>
            </a:r>
            <a:b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피로도를 스스로 조절할 수 있도록</a:t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6683329" y="6069535"/>
            <a:ext cx="19195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재미 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1" name="Google Shape;91;p5"/>
          <p:cNvCxnSpPr/>
          <p:nvPr/>
        </p:nvCxnSpPr>
        <p:spPr>
          <a:xfrm>
            <a:off x="8457700" y="4321490"/>
            <a:ext cx="0" cy="201515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5"/>
          <p:cNvSpPr/>
          <p:nvPr/>
        </p:nvSpPr>
        <p:spPr>
          <a:xfrm>
            <a:off x="6254657" y="1325900"/>
            <a:ext cx="5269685" cy="256902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전략의 재미: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8323443" y="2087711"/>
            <a:ext cx="308065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회귀를 통해 같은 적의 공략을 하거나</a:t>
            </a:r>
            <a:b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윤회의 능력치를 이전 받아 점점 강해짐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6456228" y="3289842"/>
            <a:ext cx="21466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회귀를 통한 강화</a:t>
            </a:r>
            <a:endParaRPr/>
          </a:p>
        </p:txBody>
      </p:sp>
      <p:cxnSp>
        <p:nvCxnSpPr>
          <p:cNvPr id="95" name="Google Shape;95;p5"/>
          <p:cNvCxnSpPr/>
          <p:nvPr/>
        </p:nvCxnSpPr>
        <p:spPr>
          <a:xfrm>
            <a:off x="8457700" y="1541797"/>
            <a:ext cx="0" cy="201515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블랙, 어둠이(가) 표시된 사진&#10;&#10;AI 생성 콘텐츠는 정확하지 않을 수 있습니다."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5288" y="1750502"/>
            <a:ext cx="1413013" cy="1413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 생성 콘텐츠는 정확하지 않을 수 있습니다."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8775" y="1812349"/>
            <a:ext cx="1382740" cy="1382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 생성 콘텐츠는 정확하지 않을 수 있습니다." id="98" name="Google Shape;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5288" y="4715743"/>
            <a:ext cx="1214391" cy="1214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 생성 콘텐츠는 정확하지 않을 수 있습니다." id="99" name="Google Shape;9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1903" y="4601430"/>
            <a:ext cx="1374979" cy="1374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세계관</a:t>
            </a:r>
            <a:endParaRPr/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757872" y="1344642"/>
            <a:ext cx="10515600" cy="1837615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ko-KR"/>
              <a:t>세계관 특징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운명의 교단이라는 종교 중심의 세계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이들이 따르는 운명의 신은 모두에게 각자의 운명을 한 질서의 세계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ko-KR"/>
              <a:t>시놉시스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아르카나라는 운명의 신이 이 세상을 만들어냄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모든 생명체는</a:t>
            </a:r>
            <a:r>
              <a:rPr lang="ko-KR"/>
              <a:t> 자신만의 운명을 가지고 태어남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운명을 지키려는 교단과 자유를 위해 운명을 거부하는 세력간의 혼란스러운 세계</a:t>
            </a:r>
            <a:endParaRPr/>
          </a:p>
        </p:txBody>
      </p:sp>
      <p:pic>
        <p:nvPicPr>
          <p:cNvPr descr="트릭컬 리바이브 - 나무위키"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693" y="3951258"/>
            <a:ext cx="1409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인간이 저지를 수 있는 모든 죄악이 자행되는 지하감옥【피어 앤 헝거 上】 - YouTube" id="107" name="Google Shape;1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4975" y="3951258"/>
            <a:ext cx="2656313" cy="148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6244272" y="5951641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너무 고어, 인육 장기자랑 금지! 자세한 묘사는 금지!!!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972458" y="594101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너무 가벼운 유치 찬란한 분위기 금지!!!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843314" y="3395051"/>
            <a:ext cx="2496457" cy="2522113"/>
          </a:xfrm>
          <a:prstGeom prst="mathMultiply">
            <a:avLst>
              <a:gd fmla="val 16543" name="adj1"/>
            </a:avLst>
          </a:prstGeom>
          <a:solidFill>
            <a:srgbClr val="FF0000">
              <a:alpha val="52941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664902" y="3432826"/>
            <a:ext cx="2496457" cy="2522113"/>
          </a:xfrm>
          <a:prstGeom prst="mathMultiply">
            <a:avLst>
              <a:gd fmla="val 16543" name="adj1"/>
            </a:avLst>
          </a:prstGeom>
          <a:solidFill>
            <a:srgbClr val="FF0000">
              <a:alpha val="52941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코어 루프</a:t>
            </a:r>
            <a:endParaRPr/>
          </a:p>
        </p:txBody>
      </p:sp>
      <p:sp>
        <p:nvSpPr>
          <p:cNvPr id="117" name="Google Shape;117;p7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ko-KR"/>
              <a:t>코어루프 설명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ko-KR"/>
              <a:t>코어루프를 통한 전략적으로 성장은 전투의 전략과 맞물려 피로도가 너무 쌓이기에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ko-KR"/>
              <a:t>코어루프에서는 증강이라는 보상과 비례해 적이 강해지는 성장을 한다.</a:t>
            </a:r>
            <a:r>
              <a:rPr b="1" lang="ko-KR"/>
              <a:t>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ko-KR"/>
              <a:t>플레이어는 윤회를 시작하기 전 준비를 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증강 선택/캐릭터 선택등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ko-KR"/>
              <a:t>플레이어는 자신이 이동할 노드를 선택함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전투/보너스/보스/사건등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ko-KR"/>
              <a:t>노드를 클리어하지 못하면 게임 오버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다음 윤회를 위한 보상을 얻음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ko-KR"/>
              <a:t>노드를 다 클리어 후 보스까지 클리어하면 엔딩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텍스트, 스크린샷, 디자인이(가) 표시된 사진&#10;&#10;AI 생성 콘텐츠는 정확하지 않을 수 있습니다."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2138" y="1253331"/>
            <a:ext cx="2202043" cy="5490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메타 루프</a:t>
            </a:r>
            <a:endParaRPr/>
          </a:p>
        </p:txBody>
      </p:sp>
      <p:sp>
        <p:nvSpPr>
          <p:cNvPr id="124" name="Google Shape;124;p8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스테이지를 진행해나가며 중간 중간 지정된 보스전 준비함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중간에 게임 오버 시 윤회 스테이지로 처음 초기화됨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 윤회에서 얻은 능력치의 일부 돌려받음</a:t>
            </a:r>
            <a:endParaRPr/>
          </a:p>
        </p:txBody>
      </p:sp>
      <p:sp>
        <p:nvSpPr>
          <p:cNvPr id="125" name="Google Shape;125;p8"/>
          <p:cNvSpPr txBox="1"/>
          <p:nvPr/>
        </p:nvSpPr>
        <p:spPr>
          <a:xfrm>
            <a:off x="757872" y="3768045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메타루프 완료까지 예상 플레이 타임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최소 15분~ 최대 20분 (20분 이내 최종 보스를 클리어 할 수 있어야 함)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스크린샷, 텍스트, 폰트, 디자인이(가) 표시된 사진&#10;&#10;AI 생성 콘텐츠는 정확하지 않을 수 있습니다."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6122" y="1671861"/>
            <a:ext cx="305735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플레이 경험 곡선 </a:t>
            </a:r>
            <a:endParaRPr/>
          </a:p>
        </p:txBody>
      </p:sp>
      <p:pic>
        <p:nvPicPr>
          <p:cNvPr descr="텍스트, 라인, 도표, 스크린샷이(가) 표시된 사진&#10;&#10;AI 생성 콘텐츠는 정확하지 않을 수 있습니다."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79" y="1285059"/>
            <a:ext cx="5734050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/>
          <p:nvPr/>
        </p:nvSpPr>
        <p:spPr>
          <a:xfrm>
            <a:off x="2467425" y="3728025"/>
            <a:ext cx="1938600" cy="435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난이도 낮춤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6096000" y="2150458"/>
            <a:ext cx="4898071" cy="435776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특정한 단계마다 보스를 등장시키는 난이도 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6262415" y="3945731"/>
            <a:ext cx="54360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4238174" y="5069025"/>
            <a:ext cx="7344600" cy="18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ko-KR">
                <a:latin typeface="Arial"/>
                <a:ea typeface="Arial"/>
                <a:cs typeface="Arial"/>
                <a:sym typeface="Arial"/>
              </a:rPr>
              <a:t>도전을 클리어 했을 때 도파민으로 재미요소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•플레이어가 도전적인 몬스터를 클리어 했을 때의 쾌감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ko-KR">
                <a:latin typeface="Arial"/>
                <a:ea typeface="Arial"/>
                <a:cs typeface="Arial"/>
                <a:sym typeface="Arial"/>
              </a:rPr>
              <a:t>보스 다음 조우할 적의 난이도는 낮춰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 자신이 강해졌다고 느끼게 함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 제작 범위 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제작범위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주인공 캐릭터 3종, 조력자(튜토리얼) 캐릭터 1종, 추가 캐릭터 1종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중간 보스 캐릭터 2종, 최종 보스 캐릭터 1종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중간 보스 캐릭터 2종과 최종 보스 캐릭터 1종의 스킬 구현.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최종 보스 1종의 궁극기 구현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캐릭터 당 스킬 1개씩, 궁극기 1개씩  총 4가지 스킬과 궁극기 4개 구현.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모든 스킬과 궁극기의 역방향 버전의 효과 구현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대체할 수 있는 추가 스킬 3종과 스킬의 역방향 버전의 효과 구현 </a:t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2026-02-11T14:27:13Z</dcterms:created>
  <dc:creator>HIRONARI HATA</dc:creator>
</cp:coreProperties>
</file>